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79" r:id="rId3"/>
    <p:sldId id="284" r:id="rId4"/>
    <p:sldId id="290" r:id="rId5"/>
    <p:sldId id="286" r:id="rId6"/>
    <p:sldId id="287" r:id="rId7"/>
    <p:sldId id="268" r:id="rId8"/>
    <p:sldId id="288" r:id="rId9"/>
    <p:sldId id="289" r:id="rId10"/>
    <p:sldId id="272" r:id="rId11"/>
    <p:sldId id="273" r:id="rId12"/>
    <p:sldId id="274" r:id="rId13"/>
    <p:sldId id="267" r:id="rId14"/>
    <p:sldId id="269" r:id="rId15"/>
    <p:sldId id="285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D7688-57C2-49B9-8A43-2202F2DA7CD2}" v="18" dt="2026-03-06T07:45:03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660" y="2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 HYUN KIL" userId="d5bffe1d-586f-4b28-9005-eb11788ec385" providerId="ADAL" clId="{805880D9-F6C5-4CD4-BA49-F2F1E36C3230}"/>
    <pc:docChg chg="undo custSel addSld delSld modSld">
      <pc:chgData name="SHIN HYUN KIL" userId="d5bffe1d-586f-4b28-9005-eb11788ec385" providerId="ADAL" clId="{805880D9-F6C5-4CD4-BA49-F2F1E36C3230}" dt="2026-03-04T02:13:31.528" v="2533" actId="47"/>
      <pc:docMkLst>
        <pc:docMk/>
      </pc:docMkLst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0" sldId="256"/>
        </pc:sldMkLst>
      </pc:sldChg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3693837924" sldId="279"/>
        </pc:sldMkLst>
      </pc:sldChg>
      <pc:sldChg chg="addSp delSp new add del mod">
        <pc:chgData name="SHIN HYUN KIL" userId="d5bffe1d-586f-4b28-9005-eb11788ec385" providerId="ADAL" clId="{805880D9-F6C5-4CD4-BA49-F2F1E36C3230}" dt="2026-03-04T02:12:14.498" v="2529" actId="47"/>
        <pc:sldMkLst>
          <pc:docMk/>
          <pc:sldMk cId="3486298240" sldId="284"/>
        </pc:sldMkLst>
        <pc:picChg chg="add">
          <ac:chgData name="SHIN HYUN KIL" userId="d5bffe1d-586f-4b28-9005-eb11788ec385" providerId="ADAL" clId="{805880D9-F6C5-4CD4-BA49-F2F1E36C3230}" dt="2026-03-04T01:44:06.196" v="1546" actId="22"/>
          <ac:picMkLst>
            <pc:docMk/>
            <pc:sldMk cId="3486298240" sldId="284"/>
            <ac:picMk id="4" creationId="{0ED8B86E-08AB-0090-4F70-D3410FBD07E8}"/>
          </ac:picMkLst>
        </pc:picChg>
      </pc:sldChg>
      <pc:sldMasterChg chg="addSldLayout delSldLayout">
        <pc:chgData name="SHIN HYUN KIL" userId="d5bffe1d-586f-4b28-9005-eb11788ec385" providerId="ADAL" clId="{805880D9-F6C5-4CD4-BA49-F2F1E36C3230}" dt="2026-03-04T02:12:14.498" v="2529" actId="47"/>
        <pc:sldMasterMkLst>
          <pc:docMk/>
          <pc:sldMasterMk cId="0" sldId="2147483659"/>
        </pc:sldMasterMkLst>
        <pc:sldLayoutChg chg="add del">
          <pc:chgData name="SHIN HYUN KIL" userId="d5bffe1d-586f-4b28-9005-eb11788ec385" providerId="ADAL" clId="{805880D9-F6C5-4CD4-BA49-F2F1E36C3230}" dt="2026-03-04T02:12:14.498" v="2529" actId="47"/>
          <pc:sldLayoutMkLst>
            <pc:docMk/>
            <pc:sldMasterMk cId="0" sldId="2147483659"/>
            <pc:sldLayoutMk cId="0" sldId="2147483648"/>
          </pc:sldLayoutMkLst>
        </pc:sldLayoutChg>
        <pc:sldLayoutChg chg="add del">
          <pc:chgData name="SHIN HYUN KIL" userId="d5bffe1d-586f-4b28-9005-eb11788ec385" providerId="ADAL" clId="{805880D9-F6C5-4CD4-BA49-F2F1E36C3230}" dt="2026-03-04T02:12:14.498" v="2529" actId="47"/>
          <pc:sldLayoutMkLst>
            <pc:docMk/>
            <pc:sldMasterMk cId="0" sldId="2147483659"/>
            <pc:sldLayoutMk cId="0" sldId="2147483649"/>
          </pc:sldLayoutMkLst>
        </pc:sldLayoutChg>
      </pc:sldMasterChg>
    </pc:docChg>
  </pc:docChgLst>
  <pc:docChgLst>
    <pc:chgData name="SHIN HYUN KIL" userId="d5bffe1d-586f-4b28-9005-eb11788ec385" providerId="ADAL" clId="{28E738DF-29E1-46A8-86AB-86F3687E81D9}"/>
    <pc:docChg chg="undo custSel addSld delSld modSld sldOrd">
      <pc:chgData name="SHIN HYUN KIL" userId="d5bffe1d-586f-4b28-9005-eb11788ec385" providerId="ADAL" clId="{28E738DF-29E1-46A8-86AB-86F3687E81D9}" dt="2026-03-06T07:52:32.446" v="14083" actId="20577"/>
      <pc:docMkLst>
        <pc:docMk/>
      </pc:docMkLst>
      <pc:sldChg chg="addSp modSp mod">
        <pc:chgData name="SHIN HYUN KIL" userId="d5bffe1d-586f-4b28-9005-eb11788ec385" providerId="ADAL" clId="{28E738DF-29E1-46A8-86AB-86F3687E81D9}" dt="2026-03-03T19:42:46.264" v="2894" actId="20577"/>
        <pc:sldMkLst>
          <pc:docMk/>
          <pc:sldMk cId="0" sldId="256"/>
        </pc:sldMkLst>
        <pc:spChg chg="mod">
          <ac:chgData name="SHIN HYUN KIL" userId="d5bffe1d-586f-4b28-9005-eb11788ec385" providerId="ADAL" clId="{28E738DF-29E1-46A8-86AB-86F3687E81D9}" dt="2026-03-02T06:20:53.789" v="39" actId="20577"/>
          <ac:spMkLst>
            <pc:docMk/>
            <pc:sldMk cId="0" sldId="256"/>
            <ac:spMk id="5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3-03T19:42:46.264" v="2894" actId="20577"/>
          <ac:spMkLst>
            <pc:docMk/>
            <pc:sldMk cId="0" sldId="256"/>
            <ac:spMk id="55" creationId="{00000000-0000-0000-0000-000000000000}"/>
          </ac:spMkLst>
        </pc:spChg>
        <pc:picChg chg="add mod">
          <ac:chgData name="SHIN HYUN KIL" userId="d5bffe1d-586f-4b28-9005-eb11788ec385" providerId="ADAL" clId="{28E738DF-29E1-46A8-86AB-86F3687E81D9}" dt="2026-03-02T06:20:39.446" v="5" actId="1076"/>
          <ac:picMkLst>
            <pc:docMk/>
            <pc:sldMk cId="0" sldId="256"/>
            <ac:picMk id="3" creationId="{69EC2291-477A-B3E6-1AF2-5ADD478C606C}"/>
          </ac:picMkLst>
        </pc:picChg>
      </pc:sldChg>
      <pc:sldChg chg="addSp delSp modSp new del mod modClrScheme chgLayout">
        <pc:chgData name="SHIN HYUN KIL" userId="d5bffe1d-586f-4b28-9005-eb11788ec385" providerId="ADAL" clId="{28E738DF-29E1-46A8-86AB-86F3687E81D9}" dt="2026-03-06T05:12:46.745" v="2987" actId="47"/>
        <pc:sldMkLst>
          <pc:docMk/>
          <pc:sldMk cId="3565673479" sldId="257"/>
        </pc:sldMkLst>
      </pc:sldChg>
      <pc:sldChg chg="addSp delSp modSp new del mod modClrScheme chgLayout">
        <pc:chgData name="SHIN HYUN KIL" userId="d5bffe1d-586f-4b28-9005-eb11788ec385" providerId="ADAL" clId="{28E738DF-29E1-46A8-86AB-86F3687E81D9}" dt="2026-03-06T05:12:46.745" v="2987" actId="47"/>
        <pc:sldMkLst>
          <pc:docMk/>
          <pc:sldMk cId="3371381427" sldId="258"/>
        </pc:sldMkLst>
      </pc:sldChg>
      <pc:sldChg chg="addSp delSp modSp new del mod modClrScheme chgLayout">
        <pc:chgData name="SHIN HYUN KIL" userId="d5bffe1d-586f-4b28-9005-eb11788ec385" providerId="ADAL" clId="{28E738DF-29E1-46A8-86AB-86F3687E81D9}" dt="2026-03-06T05:12:46.745" v="2987" actId="47"/>
        <pc:sldMkLst>
          <pc:docMk/>
          <pc:sldMk cId="1128425611" sldId="261"/>
        </pc:sldMkLst>
      </pc:sldChg>
      <pc:sldChg chg="addSp delSp modSp new del mod">
        <pc:chgData name="SHIN HYUN KIL" userId="d5bffe1d-586f-4b28-9005-eb11788ec385" providerId="ADAL" clId="{28E738DF-29E1-46A8-86AB-86F3687E81D9}" dt="2026-03-06T05:12:46.745" v="2987" actId="47"/>
        <pc:sldMkLst>
          <pc:docMk/>
          <pc:sldMk cId="1186675150" sldId="263"/>
        </pc:sldMkLst>
      </pc:sldChg>
      <pc:sldChg chg="modSp add del mod">
        <pc:chgData name="SHIN HYUN KIL" userId="d5bffe1d-586f-4b28-9005-eb11788ec385" providerId="ADAL" clId="{28E738DF-29E1-46A8-86AB-86F3687E81D9}" dt="2026-03-06T05:30:24.287" v="4956" actId="47"/>
        <pc:sldMkLst>
          <pc:docMk/>
          <pc:sldMk cId="0" sldId="264"/>
        </pc:sldMkLst>
      </pc:sldChg>
      <pc:sldChg chg="modSp add mod">
        <pc:chgData name="SHIN HYUN KIL" userId="d5bffe1d-586f-4b28-9005-eb11788ec385" providerId="ADAL" clId="{28E738DF-29E1-46A8-86AB-86F3687E81D9}" dt="2026-03-06T07:34:48.644" v="10325" actId="20577"/>
        <pc:sldMkLst>
          <pc:docMk/>
          <pc:sldMk cId="652705250" sldId="267"/>
        </pc:sldMkLst>
        <pc:spChg chg="mod">
          <ac:chgData name="SHIN HYUN KIL" userId="d5bffe1d-586f-4b28-9005-eb11788ec385" providerId="ADAL" clId="{28E738DF-29E1-46A8-86AB-86F3687E81D9}" dt="2026-03-06T07:31:17.886" v="9276" actId="20577"/>
          <ac:spMkLst>
            <pc:docMk/>
            <pc:sldMk cId="652705250" sldId="267"/>
            <ac:spMk id="2" creationId="{5CAE617A-ED02-694C-6A3E-26F76A50D236}"/>
          </ac:spMkLst>
        </pc:spChg>
        <pc:spChg chg="mod">
          <ac:chgData name="SHIN HYUN KIL" userId="d5bffe1d-586f-4b28-9005-eb11788ec385" providerId="ADAL" clId="{28E738DF-29E1-46A8-86AB-86F3687E81D9}" dt="2026-03-06T07:34:48.644" v="10325" actId="20577"/>
          <ac:spMkLst>
            <pc:docMk/>
            <pc:sldMk cId="652705250" sldId="267"/>
            <ac:spMk id="3" creationId="{90D8C9F4-FB06-7BCF-3B4D-57788F48790D}"/>
          </ac:spMkLst>
        </pc:spChg>
      </pc:sldChg>
      <pc:sldChg chg="modSp add mod">
        <pc:chgData name="SHIN HYUN KIL" userId="d5bffe1d-586f-4b28-9005-eb11788ec385" providerId="ADAL" clId="{28E738DF-29E1-46A8-86AB-86F3687E81D9}" dt="2026-03-06T07:26:35.191" v="9068" actId="20577"/>
        <pc:sldMkLst>
          <pc:docMk/>
          <pc:sldMk cId="4278420724" sldId="268"/>
        </pc:sldMkLst>
        <pc:spChg chg="mod">
          <ac:chgData name="SHIN HYUN KIL" userId="d5bffe1d-586f-4b28-9005-eb11788ec385" providerId="ADAL" clId="{28E738DF-29E1-46A8-86AB-86F3687E81D9}" dt="2026-03-06T07:13:04.037" v="7352" actId="20577"/>
          <ac:spMkLst>
            <pc:docMk/>
            <pc:sldMk cId="4278420724" sldId="268"/>
            <ac:spMk id="2" creationId="{6BBB43BC-62C2-9148-CF0D-ED58D978011E}"/>
          </ac:spMkLst>
        </pc:spChg>
        <pc:spChg chg="mod">
          <ac:chgData name="SHIN HYUN KIL" userId="d5bffe1d-586f-4b28-9005-eb11788ec385" providerId="ADAL" clId="{28E738DF-29E1-46A8-86AB-86F3687E81D9}" dt="2026-03-06T07:26:35.191" v="9068" actId="20577"/>
          <ac:spMkLst>
            <pc:docMk/>
            <pc:sldMk cId="4278420724" sldId="268"/>
            <ac:spMk id="3" creationId="{B20EA976-841C-AEE2-97D4-5DCD2863EDF3}"/>
          </ac:spMkLst>
        </pc:spChg>
      </pc:sldChg>
      <pc:sldChg chg="addSp delSp modSp add mod">
        <pc:chgData name="SHIN HYUN KIL" userId="d5bffe1d-586f-4b28-9005-eb11788ec385" providerId="ADAL" clId="{28E738DF-29E1-46A8-86AB-86F3687E81D9}" dt="2026-03-06T07:41:32.513" v="11569" actId="20577"/>
        <pc:sldMkLst>
          <pc:docMk/>
          <pc:sldMk cId="830283338" sldId="269"/>
        </pc:sldMkLst>
        <pc:spChg chg="mod">
          <ac:chgData name="SHIN HYUN KIL" userId="d5bffe1d-586f-4b28-9005-eb11788ec385" providerId="ADAL" clId="{28E738DF-29E1-46A8-86AB-86F3687E81D9}" dt="2026-03-06T07:41:24.865" v="11550" actId="20577"/>
          <ac:spMkLst>
            <pc:docMk/>
            <pc:sldMk cId="830283338" sldId="269"/>
            <ac:spMk id="2" creationId="{2782323F-7C89-C1F1-9148-177451DDF8B5}"/>
          </ac:spMkLst>
        </pc:spChg>
        <pc:spChg chg="del mod">
          <ac:chgData name="SHIN HYUN KIL" userId="d5bffe1d-586f-4b28-9005-eb11788ec385" providerId="ADAL" clId="{28E738DF-29E1-46A8-86AB-86F3687E81D9}" dt="2026-03-06T07:38:19.171" v="10869" actId="478"/>
          <ac:spMkLst>
            <pc:docMk/>
            <pc:sldMk cId="830283338" sldId="269"/>
            <ac:spMk id="3" creationId="{AAC3127D-FEA6-6BC3-D199-2B5FE8DF9D9B}"/>
          </ac:spMkLst>
        </pc:spChg>
        <pc:spChg chg="add mod">
          <ac:chgData name="SHIN HYUN KIL" userId="d5bffe1d-586f-4b28-9005-eb11788ec385" providerId="ADAL" clId="{28E738DF-29E1-46A8-86AB-86F3687E81D9}" dt="2026-03-06T07:41:32.513" v="11569" actId="20577"/>
          <ac:spMkLst>
            <pc:docMk/>
            <pc:sldMk cId="830283338" sldId="269"/>
            <ac:spMk id="4" creationId="{0EE6F5C7-D838-5B85-7D05-CA7A1D84007B}"/>
          </ac:spMkLst>
        </pc:spChg>
      </pc:sldChg>
      <pc:sldChg chg="add">
        <pc:chgData name="SHIN HYUN KIL" userId="d5bffe1d-586f-4b28-9005-eb11788ec385" providerId="ADAL" clId="{28E738DF-29E1-46A8-86AB-86F3687E81D9}" dt="2026-03-06T07:04:44.960" v="6498"/>
        <pc:sldMkLst>
          <pc:docMk/>
          <pc:sldMk cId="1347737938" sldId="272"/>
        </pc:sldMkLst>
      </pc:sldChg>
      <pc:sldChg chg="add del">
        <pc:chgData name="SHIN HYUN KIL" userId="d5bffe1d-586f-4b28-9005-eb11788ec385" providerId="ADAL" clId="{28E738DF-29E1-46A8-86AB-86F3687E81D9}" dt="2026-03-06T05:12:46.745" v="2987" actId="47"/>
        <pc:sldMkLst>
          <pc:docMk/>
          <pc:sldMk cId="1471907381" sldId="273"/>
        </pc:sldMkLst>
      </pc:sldChg>
      <pc:sldChg chg="addSp delSp modSp add mod">
        <pc:chgData name="SHIN HYUN KIL" userId="d5bffe1d-586f-4b28-9005-eb11788ec385" providerId="ADAL" clId="{28E738DF-29E1-46A8-86AB-86F3687E81D9}" dt="2026-03-06T07:19:16.318" v="8127" actId="20577"/>
        <pc:sldMkLst>
          <pc:docMk/>
          <pc:sldMk cId="4006016512" sldId="273"/>
        </pc:sldMkLst>
        <pc:spChg chg="add del mod">
          <ac:chgData name="SHIN HYUN KIL" userId="d5bffe1d-586f-4b28-9005-eb11788ec385" providerId="ADAL" clId="{28E738DF-29E1-46A8-86AB-86F3687E81D9}" dt="2026-03-06T07:17:58.090" v="7935" actId="478"/>
          <ac:spMkLst>
            <pc:docMk/>
            <pc:sldMk cId="4006016512" sldId="273"/>
            <ac:spMk id="4" creationId="{EDDB2399-56D7-ADFD-44AF-BF201FF7D137}"/>
          </ac:spMkLst>
        </pc:spChg>
        <pc:spChg chg="add mod">
          <ac:chgData name="SHIN HYUN KIL" userId="d5bffe1d-586f-4b28-9005-eb11788ec385" providerId="ADAL" clId="{28E738DF-29E1-46A8-86AB-86F3687E81D9}" dt="2026-03-06T07:19:16.318" v="8127" actId="20577"/>
          <ac:spMkLst>
            <pc:docMk/>
            <pc:sldMk cId="4006016512" sldId="273"/>
            <ac:spMk id="7" creationId="{264EFFEC-A04E-274A-8134-6ACD935C0811}"/>
          </ac:spMkLst>
        </pc:spChg>
        <pc:picChg chg="add">
          <ac:chgData name="SHIN HYUN KIL" userId="d5bffe1d-586f-4b28-9005-eb11788ec385" providerId="ADAL" clId="{28E738DF-29E1-46A8-86AB-86F3687E81D9}" dt="2026-03-06T07:17:14.185" v="7933" actId="22"/>
          <ac:picMkLst>
            <pc:docMk/>
            <pc:sldMk cId="4006016512" sldId="273"/>
            <ac:picMk id="3" creationId="{E76DD381-6B50-89A9-BE8A-80470C322EDD}"/>
          </ac:picMkLst>
        </pc:picChg>
        <pc:picChg chg="del">
          <ac:chgData name="SHIN HYUN KIL" userId="d5bffe1d-586f-4b28-9005-eb11788ec385" providerId="ADAL" clId="{28E738DF-29E1-46A8-86AB-86F3687E81D9}" dt="2026-03-06T07:09:38.857" v="6743" actId="478"/>
          <ac:picMkLst>
            <pc:docMk/>
            <pc:sldMk cId="4006016512" sldId="273"/>
            <ac:picMk id="5" creationId="{37BE2E3F-A511-EE72-9B21-893D8580EC5E}"/>
          </ac:picMkLst>
        </pc:picChg>
      </pc:sldChg>
      <pc:sldChg chg="addSp delSp modSp new del mod modClrScheme chgLayout">
        <pc:chgData name="SHIN HYUN KIL" userId="d5bffe1d-586f-4b28-9005-eb11788ec385" providerId="ADAL" clId="{28E738DF-29E1-46A8-86AB-86F3687E81D9}" dt="2026-03-06T05:12:46.745" v="2987" actId="47"/>
        <pc:sldMkLst>
          <pc:docMk/>
          <pc:sldMk cId="1723213306" sldId="274"/>
        </pc:sldMkLst>
      </pc:sldChg>
      <pc:sldChg chg="modSp add mod">
        <pc:chgData name="SHIN HYUN KIL" userId="d5bffe1d-586f-4b28-9005-eb11788ec385" providerId="ADAL" clId="{28E738DF-29E1-46A8-86AB-86F3687E81D9}" dt="2026-03-06T07:26:47.643" v="9125" actId="20577"/>
        <pc:sldMkLst>
          <pc:docMk/>
          <pc:sldMk cId="2358193611" sldId="274"/>
        </pc:sldMkLst>
        <pc:spChg chg="mod">
          <ac:chgData name="SHIN HYUN KIL" userId="d5bffe1d-586f-4b28-9005-eb11788ec385" providerId="ADAL" clId="{28E738DF-29E1-46A8-86AB-86F3687E81D9}" dt="2026-03-06T07:26:47.643" v="9125" actId="20577"/>
          <ac:spMkLst>
            <pc:docMk/>
            <pc:sldMk cId="2358193611" sldId="274"/>
            <ac:spMk id="5" creationId="{8060519B-ADC0-9CC1-91D4-470ACE9E43B7}"/>
          </ac:spMkLst>
        </pc:spChg>
      </pc:sldChg>
      <pc:sldChg chg="delSp modSp add del mod">
        <pc:chgData name="SHIN HYUN KIL" userId="d5bffe1d-586f-4b28-9005-eb11788ec385" providerId="ADAL" clId="{28E738DF-29E1-46A8-86AB-86F3687E81D9}" dt="2026-03-06T05:12:46.745" v="2987" actId="47"/>
        <pc:sldMkLst>
          <pc:docMk/>
          <pc:sldMk cId="1664971784" sldId="275"/>
        </pc:sldMkLst>
      </pc:sldChg>
      <pc:sldChg chg="addSp delSp modSp new del mod ord modClrScheme chgLayout">
        <pc:chgData name="SHIN HYUN KIL" userId="d5bffe1d-586f-4b28-9005-eb11788ec385" providerId="ADAL" clId="{28E738DF-29E1-46A8-86AB-86F3687E81D9}" dt="2026-03-06T05:12:46.745" v="2987" actId="47"/>
        <pc:sldMkLst>
          <pc:docMk/>
          <pc:sldMk cId="737508583" sldId="276"/>
        </pc:sldMkLst>
      </pc:sldChg>
      <pc:sldChg chg="addSp modSp new del mod">
        <pc:chgData name="SHIN HYUN KIL" userId="d5bffe1d-586f-4b28-9005-eb11788ec385" providerId="ADAL" clId="{28E738DF-29E1-46A8-86AB-86F3687E81D9}" dt="2026-03-06T05:12:46.745" v="2987" actId="47"/>
        <pc:sldMkLst>
          <pc:docMk/>
          <pc:sldMk cId="2980288189" sldId="277"/>
        </pc:sldMkLst>
      </pc:sldChg>
      <pc:sldChg chg="modSp add del mod">
        <pc:chgData name="SHIN HYUN KIL" userId="d5bffe1d-586f-4b28-9005-eb11788ec385" providerId="ADAL" clId="{28E738DF-29E1-46A8-86AB-86F3687E81D9}" dt="2026-03-06T05:12:46.745" v="2987" actId="47"/>
        <pc:sldMkLst>
          <pc:docMk/>
          <pc:sldMk cId="1649937198" sldId="278"/>
        </pc:sldMkLst>
      </pc:sldChg>
      <pc:sldChg chg="addSp delSp modSp new mod">
        <pc:chgData name="SHIN HYUN KIL" userId="d5bffe1d-586f-4b28-9005-eb11788ec385" providerId="ADAL" clId="{28E738DF-29E1-46A8-86AB-86F3687E81D9}" dt="2026-03-03T11:50:52.446" v="2892" actId="962"/>
        <pc:sldMkLst>
          <pc:docMk/>
          <pc:sldMk cId="3693837924" sldId="279"/>
        </pc:sldMkLst>
        <pc:picChg chg="add mod">
          <ac:chgData name="SHIN HYUN KIL" userId="d5bffe1d-586f-4b28-9005-eb11788ec385" providerId="ADAL" clId="{28E738DF-29E1-46A8-86AB-86F3687E81D9}" dt="2026-03-03T11:50:52.446" v="2892" actId="962"/>
          <ac:picMkLst>
            <pc:docMk/>
            <pc:sldMk cId="3693837924" sldId="279"/>
            <ac:picMk id="4" creationId="{8D8E998D-1009-9497-3BD1-0F3C96B983EF}"/>
          </ac:picMkLst>
        </pc:picChg>
      </pc:sldChg>
      <pc:sldChg chg="del">
        <pc:chgData name="SHIN HYUN KIL" userId="d5bffe1d-586f-4b28-9005-eb11788ec385" providerId="ADAL" clId="{28E738DF-29E1-46A8-86AB-86F3687E81D9}" dt="2026-03-06T05:12:52.971" v="2988" actId="47"/>
        <pc:sldMkLst>
          <pc:docMk/>
          <pc:sldMk cId="164777337" sldId="280"/>
        </pc:sldMkLst>
      </pc:sldChg>
      <pc:sldChg chg="del">
        <pc:chgData name="SHIN HYUN KIL" userId="d5bffe1d-586f-4b28-9005-eb11788ec385" providerId="ADAL" clId="{28E738DF-29E1-46A8-86AB-86F3687E81D9}" dt="2026-03-06T05:12:52.971" v="2988" actId="47"/>
        <pc:sldMkLst>
          <pc:docMk/>
          <pc:sldMk cId="4028353442" sldId="281"/>
        </pc:sldMkLst>
      </pc:sldChg>
      <pc:sldChg chg="del">
        <pc:chgData name="SHIN HYUN KIL" userId="d5bffe1d-586f-4b28-9005-eb11788ec385" providerId="ADAL" clId="{28E738DF-29E1-46A8-86AB-86F3687E81D9}" dt="2026-03-06T05:12:57.988" v="2989" actId="47"/>
        <pc:sldMkLst>
          <pc:docMk/>
          <pc:sldMk cId="314711836" sldId="282"/>
        </pc:sldMkLst>
      </pc:sldChg>
      <pc:sldChg chg="del">
        <pc:chgData name="SHIN HYUN KIL" userId="d5bffe1d-586f-4b28-9005-eb11788ec385" providerId="ADAL" clId="{28E738DF-29E1-46A8-86AB-86F3687E81D9}" dt="2026-03-06T05:12:57.988" v="2989" actId="47"/>
        <pc:sldMkLst>
          <pc:docMk/>
          <pc:sldMk cId="4122992014" sldId="283"/>
        </pc:sldMkLst>
      </pc:sldChg>
      <pc:sldChg chg="addSp modSp mod">
        <pc:chgData name="SHIN HYUN KIL" userId="d5bffe1d-586f-4b28-9005-eb11788ec385" providerId="ADAL" clId="{28E738DF-29E1-46A8-86AB-86F3687E81D9}" dt="2026-03-06T07:43:12.496" v="11696" actId="1076"/>
        <pc:sldMkLst>
          <pc:docMk/>
          <pc:sldMk cId="3486298240" sldId="284"/>
        </pc:sldMkLst>
        <pc:picChg chg="add mod">
          <ac:chgData name="SHIN HYUN KIL" userId="d5bffe1d-586f-4b28-9005-eb11788ec385" providerId="ADAL" clId="{28E738DF-29E1-46A8-86AB-86F3687E81D9}" dt="2026-03-06T07:43:12.496" v="11696" actId="1076"/>
          <ac:picMkLst>
            <pc:docMk/>
            <pc:sldMk cId="3486298240" sldId="284"/>
            <ac:picMk id="2" creationId="{85201046-2D39-45D5-7914-C0C6F93EC44C}"/>
          </ac:picMkLst>
        </pc:picChg>
      </pc:sldChg>
      <pc:sldChg chg="del">
        <pc:chgData name="SHIN HYUN KIL" userId="d5bffe1d-586f-4b28-9005-eb11788ec385" providerId="ADAL" clId="{28E738DF-29E1-46A8-86AB-86F3687E81D9}" dt="2026-03-06T05:12:52.971" v="2988" actId="47"/>
        <pc:sldMkLst>
          <pc:docMk/>
          <pc:sldMk cId="217310111" sldId="285"/>
        </pc:sldMkLst>
      </pc:sldChg>
      <pc:sldChg chg="addSp delSp modSp new del mod modClrScheme chgLayout">
        <pc:chgData name="SHIN HYUN KIL" userId="d5bffe1d-586f-4b28-9005-eb11788ec385" providerId="ADAL" clId="{28E738DF-29E1-46A8-86AB-86F3687E81D9}" dt="2026-03-06T05:14:08.574" v="3000" actId="47"/>
        <pc:sldMkLst>
          <pc:docMk/>
          <pc:sldMk cId="2384925871" sldId="285"/>
        </pc:sldMkLst>
        <pc:spChg chg="del">
          <ac:chgData name="SHIN HYUN KIL" userId="d5bffe1d-586f-4b28-9005-eb11788ec385" providerId="ADAL" clId="{28E738DF-29E1-46A8-86AB-86F3687E81D9}" dt="2026-03-06T05:13:34.475" v="2992" actId="6264"/>
          <ac:spMkLst>
            <pc:docMk/>
            <pc:sldMk cId="2384925871" sldId="285"/>
            <ac:spMk id="2" creationId="{401BCE2E-91E7-1336-091C-59273BB7A6DC}"/>
          </ac:spMkLst>
        </pc:spChg>
        <pc:spChg chg="add del mod ord">
          <ac:chgData name="SHIN HYUN KIL" userId="d5bffe1d-586f-4b28-9005-eb11788ec385" providerId="ADAL" clId="{28E738DF-29E1-46A8-86AB-86F3687E81D9}" dt="2026-03-06T05:13:38.693" v="2993" actId="700"/>
          <ac:spMkLst>
            <pc:docMk/>
            <pc:sldMk cId="2384925871" sldId="285"/>
            <ac:spMk id="3" creationId="{AE5A00F8-20DA-457D-57B3-4BCCD644D1E2}"/>
          </ac:spMkLst>
        </pc:spChg>
        <pc:spChg chg="add mod ord">
          <ac:chgData name="SHIN HYUN KIL" userId="d5bffe1d-586f-4b28-9005-eb11788ec385" providerId="ADAL" clId="{28E738DF-29E1-46A8-86AB-86F3687E81D9}" dt="2026-03-06T05:13:38.710" v="2994" actId="27636"/>
          <ac:spMkLst>
            <pc:docMk/>
            <pc:sldMk cId="2384925871" sldId="285"/>
            <ac:spMk id="4" creationId="{040BA19C-29A9-B790-9559-B3F723B378A8}"/>
          </ac:spMkLst>
        </pc:spChg>
        <pc:spChg chg="add mod ord">
          <ac:chgData name="SHIN HYUN KIL" userId="d5bffe1d-586f-4b28-9005-eb11788ec385" providerId="ADAL" clId="{28E738DF-29E1-46A8-86AB-86F3687E81D9}" dt="2026-03-06T05:13:38.693" v="2993" actId="700"/>
          <ac:spMkLst>
            <pc:docMk/>
            <pc:sldMk cId="2384925871" sldId="285"/>
            <ac:spMk id="5" creationId="{7E784631-EFD0-0393-9433-F3CB74A69DD2}"/>
          </ac:spMkLst>
        </pc:spChg>
        <pc:spChg chg="add mod ord">
          <ac:chgData name="SHIN HYUN KIL" userId="d5bffe1d-586f-4b28-9005-eb11788ec385" providerId="ADAL" clId="{28E738DF-29E1-46A8-86AB-86F3687E81D9}" dt="2026-03-06T05:13:38.693" v="2993" actId="700"/>
          <ac:spMkLst>
            <pc:docMk/>
            <pc:sldMk cId="2384925871" sldId="285"/>
            <ac:spMk id="6" creationId="{F022B4B8-92C7-AF6E-2ED1-F3534420BDC4}"/>
          </ac:spMkLst>
        </pc:spChg>
      </pc:sldChg>
      <pc:sldChg chg="modSp new mod ord">
        <pc:chgData name="SHIN HYUN KIL" userId="d5bffe1d-586f-4b28-9005-eb11788ec385" providerId="ADAL" clId="{28E738DF-29E1-46A8-86AB-86F3687E81D9}" dt="2026-03-06T07:42:32.675" v="11694" actId="20577"/>
        <pc:sldMkLst>
          <pc:docMk/>
          <pc:sldMk cId="2653199537" sldId="285"/>
        </pc:sldMkLst>
        <pc:spChg chg="mod">
          <ac:chgData name="SHIN HYUN KIL" userId="d5bffe1d-586f-4b28-9005-eb11788ec385" providerId="ADAL" clId="{28E738DF-29E1-46A8-86AB-86F3687E81D9}" dt="2026-03-06T07:15:12.603" v="7755" actId="20577"/>
          <ac:spMkLst>
            <pc:docMk/>
            <pc:sldMk cId="2653199537" sldId="285"/>
            <ac:spMk id="2" creationId="{4E2B93E3-B25D-2DAE-A103-E8D59C5193C2}"/>
          </ac:spMkLst>
        </pc:spChg>
        <pc:spChg chg="mod">
          <ac:chgData name="SHIN HYUN KIL" userId="d5bffe1d-586f-4b28-9005-eb11788ec385" providerId="ADAL" clId="{28E738DF-29E1-46A8-86AB-86F3687E81D9}" dt="2026-03-06T07:42:32.675" v="11694" actId="20577"/>
          <ac:spMkLst>
            <pc:docMk/>
            <pc:sldMk cId="2653199537" sldId="285"/>
            <ac:spMk id="3" creationId="{8D7D4F43-2636-0608-524D-7A6BE89D997B}"/>
          </ac:spMkLst>
        </pc:spChg>
      </pc:sldChg>
      <pc:sldChg chg="addSp delSp modSp new del mod modClrScheme chgLayout">
        <pc:chgData name="SHIN HYUN KIL" userId="d5bffe1d-586f-4b28-9005-eb11788ec385" providerId="ADAL" clId="{28E738DF-29E1-46A8-86AB-86F3687E81D9}" dt="2026-03-06T05:13:55.954" v="2998" actId="47"/>
        <pc:sldMkLst>
          <pc:docMk/>
          <pc:sldMk cId="122091651" sldId="286"/>
        </pc:sldMkLst>
        <pc:spChg chg="del mod ord">
          <ac:chgData name="SHIN HYUN KIL" userId="d5bffe1d-586f-4b28-9005-eb11788ec385" providerId="ADAL" clId="{28E738DF-29E1-46A8-86AB-86F3687E81D9}" dt="2026-03-06T05:13:51.800" v="2997" actId="700"/>
          <ac:spMkLst>
            <pc:docMk/>
            <pc:sldMk cId="122091651" sldId="286"/>
            <ac:spMk id="2" creationId="{23737474-EDD8-CC5A-5C0A-CF91BC41D62F}"/>
          </ac:spMkLst>
        </pc:spChg>
        <pc:spChg chg="del">
          <ac:chgData name="SHIN HYUN KIL" userId="d5bffe1d-586f-4b28-9005-eb11788ec385" providerId="ADAL" clId="{28E738DF-29E1-46A8-86AB-86F3687E81D9}" dt="2026-03-06T05:13:51.800" v="2997" actId="700"/>
          <ac:spMkLst>
            <pc:docMk/>
            <pc:sldMk cId="122091651" sldId="286"/>
            <ac:spMk id="3" creationId="{2BC9DCA2-9609-9F38-E58A-35CB633A013D}"/>
          </ac:spMkLst>
        </pc:spChg>
        <pc:spChg chg="del">
          <ac:chgData name="SHIN HYUN KIL" userId="d5bffe1d-586f-4b28-9005-eb11788ec385" providerId="ADAL" clId="{28E738DF-29E1-46A8-86AB-86F3687E81D9}" dt="2026-03-06T05:13:51.800" v="2997" actId="700"/>
          <ac:spMkLst>
            <pc:docMk/>
            <pc:sldMk cId="122091651" sldId="286"/>
            <ac:spMk id="4" creationId="{D94EEE21-BB0A-79D9-CB99-4D4E952E7A9F}"/>
          </ac:spMkLst>
        </pc:spChg>
        <pc:spChg chg="add mod ord">
          <ac:chgData name="SHIN HYUN KIL" userId="d5bffe1d-586f-4b28-9005-eb11788ec385" providerId="ADAL" clId="{28E738DF-29E1-46A8-86AB-86F3687E81D9}" dt="2026-03-06T05:13:51.800" v="2997" actId="700"/>
          <ac:spMkLst>
            <pc:docMk/>
            <pc:sldMk cId="122091651" sldId="286"/>
            <ac:spMk id="5" creationId="{12E4BD0A-03A3-6AFE-D393-1DB5D4020608}"/>
          </ac:spMkLst>
        </pc:spChg>
      </pc:sldChg>
      <pc:sldChg chg="new del">
        <pc:chgData name="SHIN HYUN KIL" userId="d5bffe1d-586f-4b28-9005-eb11788ec385" providerId="ADAL" clId="{28E738DF-29E1-46A8-86AB-86F3687E81D9}" dt="2026-03-06T05:13:42.024" v="2995" actId="47"/>
        <pc:sldMkLst>
          <pc:docMk/>
          <pc:sldMk cId="2669302950" sldId="286"/>
        </pc:sldMkLst>
      </pc:sldChg>
      <pc:sldChg chg="addSp delSp modSp new mod modClrScheme chgLayout">
        <pc:chgData name="SHIN HYUN KIL" userId="d5bffe1d-586f-4b28-9005-eb11788ec385" providerId="ADAL" clId="{28E738DF-29E1-46A8-86AB-86F3687E81D9}" dt="2026-03-06T06:56:15.428" v="5391" actId="20577"/>
        <pc:sldMkLst>
          <pc:docMk/>
          <pc:sldMk cId="4046817034" sldId="286"/>
        </pc:sldMkLst>
        <pc:spChg chg="del mod ord">
          <ac:chgData name="SHIN HYUN KIL" userId="d5bffe1d-586f-4b28-9005-eb11788ec385" providerId="ADAL" clId="{28E738DF-29E1-46A8-86AB-86F3687E81D9}" dt="2026-03-06T05:14:46.571" v="3003" actId="700"/>
          <ac:spMkLst>
            <pc:docMk/>
            <pc:sldMk cId="4046817034" sldId="286"/>
            <ac:spMk id="2" creationId="{B4DA93BF-48A8-0FA1-E4D8-F4B5239A70C9}"/>
          </ac:spMkLst>
        </pc:spChg>
        <pc:spChg chg="add mod ord">
          <ac:chgData name="SHIN HYUN KIL" userId="d5bffe1d-586f-4b28-9005-eb11788ec385" providerId="ADAL" clId="{28E738DF-29E1-46A8-86AB-86F3687E81D9}" dt="2026-03-06T06:53:15.001" v="4983" actId="20577"/>
          <ac:spMkLst>
            <pc:docMk/>
            <pc:sldMk cId="4046817034" sldId="286"/>
            <ac:spMk id="3" creationId="{3EC4F347-6AA4-5C93-A91D-AA70A84EA27C}"/>
          </ac:spMkLst>
        </pc:spChg>
        <pc:spChg chg="add mod ord">
          <ac:chgData name="SHIN HYUN KIL" userId="d5bffe1d-586f-4b28-9005-eb11788ec385" providerId="ADAL" clId="{28E738DF-29E1-46A8-86AB-86F3687E81D9}" dt="2026-03-06T06:56:15.428" v="5391" actId="20577"/>
          <ac:spMkLst>
            <pc:docMk/>
            <pc:sldMk cId="4046817034" sldId="286"/>
            <ac:spMk id="4" creationId="{67BC0784-34BD-313E-4BDB-944E5589DD5B}"/>
          </ac:spMkLst>
        </pc:spChg>
        <pc:spChg chg="add mod">
          <ac:chgData name="SHIN HYUN KIL" userId="d5bffe1d-586f-4b28-9005-eb11788ec385" providerId="ADAL" clId="{28E738DF-29E1-46A8-86AB-86F3687E81D9}" dt="2026-03-06T06:55:03.192" v="5165" actId="1037"/>
          <ac:spMkLst>
            <pc:docMk/>
            <pc:sldMk cId="4046817034" sldId="286"/>
            <ac:spMk id="5" creationId="{E53C1454-2753-15E5-62A7-50E2E1872FA5}"/>
          </ac:spMkLst>
        </pc:spChg>
        <pc:spChg chg="add mod">
          <ac:chgData name="SHIN HYUN KIL" userId="d5bffe1d-586f-4b28-9005-eb11788ec385" providerId="ADAL" clId="{28E738DF-29E1-46A8-86AB-86F3687E81D9}" dt="2026-03-06T06:55:03.192" v="5165" actId="1037"/>
          <ac:spMkLst>
            <pc:docMk/>
            <pc:sldMk cId="4046817034" sldId="286"/>
            <ac:spMk id="6" creationId="{B4CC9D2F-C93F-7E5E-C5CE-F331055C5A00}"/>
          </ac:spMkLst>
        </pc:spChg>
      </pc:sldChg>
      <pc:sldChg chg="modSp new mod ord">
        <pc:chgData name="SHIN HYUN KIL" userId="d5bffe1d-586f-4b28-9005-eb11788ec385" providerId="ADAL" clId="{28E738DF-29E1-46A8-86AB-86F3687E81D9}" dt="2026-03-06T07:21:40.753" v="8749" actId="20577"/>
        <pc:sldMkLst>
          <pc:docMk/>
          <pc:sldMk cId="228182171" sldId="287"/>
        </pc:sldMkLst>
        <pc:spChg chg="mod">
          <ac:chgData name="SHIN HYUN KIL" userId="d5bffe1d-586f-4b28-9005-eb11788ec385" providerId="ADAL" clId="{28E738DF-29E1-46A8-86AB-86F3687E81D9}" dt="2026-03-06T07:10:50.685" v="6987" actId="20577"/>
          <ac:spMkLst>
            <pc:docMk/>
            <pc:sldMk cId="228182171" sldId="287"/>
            <ac:spMk id="2" creationId="{020F825B-50E2-C501-25C6-C1F3302822BB}"/>
          </ac:spMkLst>
        </pc:spChg>
        <pc:spChg chg="mod">
          <ac:chgData name="SHIN HYUN KIL" userId="d5bffe1d-586f-4b28-9005-eb11788ec385" providerId="ADAL" clId="{28E738DF-29E1-46A8-86AB-86F3687E81D9}" dt="2026-03-06T07:21:40.753" v="8749" actId="20577"/>
          <ac:spMkLst>
            <pc:docMk/>
            <pc:sldMk cId="228182171" sldId="287"/>
            <ac:spMk id="3" creationId="{E2B1B16F-B7DE-9A8E-AE3B-D6E7782C4439}"/>
          </ac:spMkLst>
        </pc:spChg>
      </pc:sldChg>
      <pc:sldChg chg="modSp new del mod">
        <pc:chgData name="SHIN HYUN KIL" userId="d5bffe1d-586f-4b28-9005-eb11788ec385" providerId="ADAL" clId="{28E738DF-29E1-46A8-86AB-86F3687E81D9}" dt="2026-03-06T07:11:31.305" v="7131" actId="47"/>
        <pc:sldMkLst>
          <pc:docMk/>
          <pc:sldMk cId="892982705" sldId="288"/>
        </pc:sldMkLst>
        <pc:spChg chg="mod">
          <ac:chgData name="SHIN HYUN KIL" userId="d5bffe1d-586f-4b28-9005-eb11788ec385" providerId="ADAL" clId="{28E738DF-29E1-46A8-86AB-86F3687E81D9}" dt="2026-03-06T07:11:28.721" v="7130" actId="27636"/>
          <ac:spMkLst>
            <pc:docMk/>
            <pc:sldMk cId="892982705" sldId="288"/>
            <ac:spMk id="2" creationId="{B3005A3C-6889-34C9-1492-F09433AC8899}"/>
          </ac:spMkLst>
        </pc:spChg>
      </pc:sldChg>
      <pc:sldChg chg="addSp delSp new mod">
        <pc:chgData name="SHIN HYUN KIL" userId="d5bffe1d-586f-4b28-9005-eb11788ec385" providerId="ADAL" clId="{28E738DF-29E1-46A8-86AB-86F3687E81D9}" dt="2026-03-06T07:28:05.244" v="9128" actId="22"/>
        <pc:sldMkLst>
          <pc:docMk/>
          <pc:sldMk cId="962749466" sldId="288"/>
        </pc:sldMkLst>
        <pc:spChg chg="del">
          <ac:chgData name="SHIN HYUN KIL" userId="d5bffe1d-586f-4b28-9005-eb11788ec385" providerId="ADAL" clId="{28E738DF-29E1-46A8-86AB-86F3687E81D9}" dt="2026-03-06T07:28:04.941" v="9127" actId="478"/>
          <ac:spMkLst>
            <pc:docMk/>
            <pc:sldMk cId="962749466" sldId="288"/>
            <ac:spMk id="2" creationId="{5B909A20-C75D-7EAC-134B-26D9E0937E51}"/>
          </ac:spMkLst>
        </pc:spChg>
        <pc:spChg chg="del">
          <ac:chgData name="SHIN HYUN KIL" userId="d5bffe1d-586f-4b28-9005-eb11788ec385" providerId="ADAL" clId="{28E738DF-29E1-46A8-86AB-86F3687E81D9}" dt="2026-03-06T07:28:04.941" v="9127" actId="478"/>
          <ac:spMkLst>
            <pc:docMk/>
            <pc:sldMk cId="962749466" sldId="288"/>
            <ac:spMk id="3" creationId="{C3627257-93CF-FEDC-D212-2D77AD777B1E}"/>
          </ac:spMkLst>
        </pc:spChg>
        <pc:picChg chg="add">
          <ac:chgData name="SHIN HYUN KIL" userId="d5bffe1d-586f-4b28-9005-eb11788ec385" providerId="ADAL" clId="{28E738DF-29E1-46A8-86AB-86F3687E81D9}" dt="2026-03-06T07:28:05.244" v="9128" actId="22"/>
          <ac:picMkLst>
            <pc:docMk/>
            <pc:sldMk cId="962749466" sldId="288"/>
            <ac:picMk id="5" creationId="{56C59278-7539-1DC0-EA3A-8CB7B2510BF0}"/>
          </ac:picMkLst>
        </pc:picChg>
      </pc:sldChg>
      <pc:sldChg chg="addSp delSp new mod">
        <pc:chgData name="SHIN HYUN KIL" userId="d5bffe1d-586f-4b28-9005-eb11788ec385" providerId="ADAL" clId="{28E738DF-29E1-46A8-86AB-86F3687E81D9}" dt="2026-03-06T07:28:30.184" v="9131" actId="22"/>
        <pc:sldMkLst>
          <pc:docMk/>
          <pc:sldMk cId="3410742202" sldId="289"/>
        </pc:sldMkLst>
        <pc:spChg chg="del">
          <ac:chgData name="SHIN HYUN KIL" userId="d5bffe1d-586f-4b28-9005-eb11788ec385" providerId="ADAL" clId="{28E738DF-29E1-46A8-86AB-86F3687E81D9}" dt="2026-03-06T07:28:29.962" v="9130" actId="478"/>
          <ac:spMkLst>
            <pc:docMk/>
            <pc:sldMk cId="3410742202" sldId="289"/>
            <ac:spMk id="2" creationId="{4311E615-8D59-E305-6D89-F621CBCA249F}"/>
          </ac:spMkLst>
        </pc:spChg>
        <pc:spChg chg="del">
          <ac:chgData name="SHIN HYUN KIL" userId="d5bffe1d-586f-4b28-9005-eb11788ec385" providerId="ADAL" clId="{28E738DF-29E1-46A8-86AB-86F3687E81D9}" dt="2026-03-06T07:28:29.962" v="9130" actId="478"/>
          <ac:spMkLst>
            <pc:docMk/>
            <pc:sldMk cId="3410742202" sldId="289"/>
            <ac:spMk id="3" creationId="{A6336970-6A4C-834E-B345-43F1B95E33C1}"/>
          </ac:spMkLst>
        </pc:spChg>
        <pc:picChg chg="add">
          <ac:chgData name="SHIN HYUN KIL" userId="d5bffe1d-586f-4b28-9005-eb11788ec385" providerId="ADAL" clId="{28E738DF-29E1-46A8-86AB-86F3687E81D9}" dt="2026-03-06T07:28:30.184" v="9131" actId="22"/>
          <ac:picMkLst>
            <pc:docMk/>
            <pc:sldMk cId="3410742202" sldId="289"/>
            <ac:picMk id="5" creationId="{540927BB-FF9D-795E-33C9-31D4027E9A7E}"/>
          </ac:picMkLst>
        </pc:picChg>
      </pc:sldChg>
      <pc:sldChg chg="addSp delSp modSp new mod modClrScheme chgLayout">
        <pc:chgData name="SHIN HYUN KIL" userId="d5bffe1d-586f-4b28-9005-eb11788ec385" providerId="ADAL" clId="{28E738DF-29E1-46A8-86AB-86F3687E81D9}" dt="2026-03-06T07:52:32.446" v="14083" actId="20577"/>
        <pc:sldMkLst>
          <pc:docMk/>
          <pc:sldMk cId="2163448132" sldId="290"/>
        </pc:sldMkLst>
        <pc:spChg chg="del mod ord">
          <ac:chgData name="SHIN HYUN KIL" userId="d5bffe1d-586f-4b28-9005-eb11788ec385" providerId="ADAL" clId="{28E738DF-29E1-46A8-86AB-86F3687E81D9}" dt="2026-03-06T07:43:23.918" v="11698" actId="700"/>
          <ac:spMkLst>
            <pc:docMk/>
            <pc:sldMk cId="2163448132" sldId="290"/>
            <ac:spMk id="2" creationId="{3A04CEE7-B080-6A36-2AF0-A84D1F8F9036}"/>
          </ac:spMkLst>
        </pc:spChg>
        <pc:spChg chg="add mod ord">
          <ac:chgData name="SHIN HYUN KIL" userId="d5bffe1d-586f-4b28-9005-eb11788ec385" providerId="ADAL" clId="{28E738DF-29E1-46A8-86AB-86F3687E81D9}" dt="2026-03-06T07:52:32.446" v="14083" actId="20577"/>
          <ac:spMkLst>
            <pc:docMk/>
            <pc:sldMk cId="2163448132" sldId="290"/>
            <ac:spMk id="3" creationId="{503B613F-A68E-6E9E-4E1F-44ED33277D42}"/>
          </ac:spMkLst>
        </pc:spChg>
        <pc:spChg chg="add mod ord">
          <ac:chgData name="SHIN HYUN KIL" userId="d5bffe1d-586f-4b28-9005-eb11788ec385" providerId="ADAL" clId="{28E738DF-29E1-46A8-86AB-86F3687E81D9}" dt="2026-03-06T07:51:55.891" v="14047" actId="20577"/>
          <ac:spMkLst>
            <pc:docMk/>
            <pc:sldMk cId="2163448132" sldId="290"/>
            <ac:spMk id="4" creationId="{0A224623-14ED-FE7B-825F-A181BB859BDA}"/>
          </ac:spMkLst>
        </pc:spChg>
      </pc:sldChg>
      <pc:sldMasterChg chg="delSldLayout">
        <pc:chgData name="SHIN HYUN KIL" userId="d5bffe1d-586f-4b28-9005-eb11788ec385" providerId="ADAL" clId="{28E738DF-29E1-46A8-86AB-86F3687E81D9}" dt="2026-03-06T05:14:08.574" v="3000" actId="47"/>
        <pc:sldMasterMkLst>
          <pc:docMk/>
          <pc:sldMasterMk cId="0" sldId="2147483659"/>
        </pc:sldMasterMkLst>
        <pc:sldLayoutChg chg="del">
          <pc:chgData name="SHIN HYUN KIL" userId="d5bffe1d-586f-4b28-9005-eb11788ec385" providerId="ADAL" clId="{28E738DF-29E1-46A8-86AB-86F3687E81D9}" dt="2026-03-06T05:12:52.971" v="2988" actId="47"/>
          <pc:sldLayoutMkLst>
            <pc:docMk/>
            <pc:sldMasterMk cId="0" sldId="2147483659"/>
            <pc:sldLayoutMk cId="0" sldId="2147483650"/>
          </pc:sldLayoutMkLst>
        </pc:sldLayoutChg>
        <pc:sldLayoutChg chg="del">
          <pc:chgData name="SHIN HYUN KIL" userId="d5bffe1d-586f-4b28-9005-eb11788ec385" providerId="ADAL" clId="{28E738DF-29E1-46A8-86AB-86F3687E81D9}" dt="2026-03-06T05:14:08.574" v="3000" actId="47"/>
          <pc:sldLayoutMkLst>
            <pc:docMk/>
            <pc:sldMasterMk cId="0" sldId="2147483659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667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625E36-1076-AA68-8CA4-97D64378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EDC22-7A1D-036E-E94C-46E080A80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D9C05-428D-E98F-6CCF-04110384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03EC-3091-E952-DE0E-ED7E2C09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9C260D-DEF5-29CC-D4DA-F34C40EB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36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452486" y="744575"/>
            <a:ext cx="5379822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알고리즘</a:t>
            </a:r>
            <a:br>
              <a:rPr lang="en-US" altLang="ko-KR" dirty="0"/>
            </a:br>
            <a:r>
              <a:rPr lang="en-US" altLang="ko-KR" dirty="0"/>
              <a:t>(Algorithm)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486726" y="2834125"/>
            <a:ext cx="5345573" cy="18117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AI </a:t>
            </a:r>
            <a:r>
              <a:rPr lang="ko-KR" altLang="en-US" dirty="0"/>
              <a:t>신약</a:t>
            </a:r>
            <a:endParaRPr lang="en-US" altLang="ko-K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신현길</a:t>
            </a:r>
            <a:endParaRPr dirty="0"/>
          </a:p>
        </p:txBody>
      </p:sp>
      <p:pic>
        <p:nvPicPr>
          <p:cNvPr id="3" name="그림 2" descr="스케치, 그림, 만화 영화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EC2291-477A-B3E6-1AF2-5ADD478C6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5248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8E998D-1009-9497-3BD1-0F3C96B9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09" y="0"/>
            <a:ext cx="86173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3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ED8B86E-08AB-0090-4F70-D3410FBD0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9144000" cy="49149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5201046-2D39-45D5-7914-C0C6F93EC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08" y="0"/>
            <a:ext cx="25292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9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03B613F-A68E-6E9E-4E1F-44ED3327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과거 빅데이터를 </a:t>
            </a:r>
            <a:r>
              <a:rPr lang="ko-KR" altLang="en-US" dirty="0"/>
              <a:t>분석하면서 배운 교훈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224623-14ED-FE7B-825F-A181BB859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7446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목적</a:t>
            </a:r>
            <a:r>
              <a:rPr lang="en-US" altLang="ko-KR" dirty="0"/>
              <a:t>: </a:t>
            </a:r>
            <a:r>
              <a:rPr lang="ko-KR" altLang="en-US" dirty="0"/>
              <a:t>딥러닝 모델 개발에 필요한 데이터 확보를 위함</a:t>
            </a: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ZINC</a:t>
            </a:r>
            <a:r>
              <a:rPr lang="ko-KR" altLang="en-US" dirty="0"/>
              <a:t>에 있는 물질들은 어떤 분포를 갖고 있는지</a:t>
            </a:r>
            <a:r>
              <a:rPr lang="en-US" altLang="ko-KR" dirty="0"/>
              <a:t>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제품군 별로 화학구조의 분포가 다름</a:t>
            </a:r>
            <a:r>
              <a:rPr lang="en-US" altLang="ko-KR" dirty="0"/>
              <a:t>. (</a:t>
            </a:r>
            <a:r>
              <a:rPr lang="ko-KR" altLang="en-US" dirty="0"/>
              <a:t>의약품</a:t>
            </a:r>
            <a:r>
              <a:rPr lang="en-US" altLang="ko-KR" dirty="0"/>
              <a:t>, </a:t>
            </a:r>
            <a:r>
              <a:rPr lang="ko-KR" altLang="en-US" dirty="0"/>
              <a:t>농약</a:t>
            </a:r>
            <a:r>
              <a:rPr lang="en-US" altLang="ko-KR" dirty="0"/>
              <a:t>, </a:t>
            </a:r>
            <a:r>
              <a:rPr lang="ko-KR" altLang="en-US" dirty="0"/>
              <a:t>화장품</a:t>
            </a:r>
            <a:r>
              <a:rPr lang="en-US" altLang="ko-KR" dirty="0"/>
              <a:t>, </a:t>
            </a:r>
            <a:r>
              <a:rPr lang="ko-KR" altLang="en-US" dirty="0"/>
              <a:t>건강기능식품 등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대용량 데이터를 다루면서 당황스러웠던 점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파일별로 물질 개수가 다르다</a:t>
            </a:r>
            <a:r>
              <a:rPr lang="en-US" altLang="ko-KR" dirty="0"/>
              <a:t>. </a:t>
            </a:r>
            <a:r>
              <a:rPr lang="ko-KR" altLang="en-US" dirty="0"/>
              <a:t>나중에 병렬화해서 처리할 때 속도 지연 문제 발생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데이터 용량 급증 문제 </a:t>
            </a:r>
            <a:r>
              <a:rPr lang="en-US" altLang="ko-KR" dirty="0"/>
              <a:t>(</a:t>
            </a:r>
            <a:r>
              <a:rPr lang="ko-KR" altLang="en-US" dirty="0"/>
              <a:t>물질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분자지문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예측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파일을 이동 속도는 파일 용량 </a:t>
            </a:r>
            <a:r>
              <a:rPr lang="en-US" altLang="ko-KR" dirty="0"/>
              <a:t>(</a:t>
            </a:r>
            <a:r>
              <a:rPr lang="ko-KR" altLang="en-US" dirty="0"/>
              <a:t>크기</a:t>
            </a:r>
            <a:r>
              <a:rPr lang="en-US" altLang="ko-KR" dirty="0"/>
              <a:t>)</a:t>
            </a:r>
            <a:r>
              <a:rPr lang="ko-KR" altLang="en-US" dirty="0"/>
              <a:t>보다 개수가 더 중요하다</a:t>
            </a:r>
            <a:r>
              <a:rPr lang="en-US" altLang="ko-KR" dirty="0"/>
              <a:t>. (</a:t>
            </a:r>
            <a:r>
              <a:rPr lang="ko-KR" altLang="en-US" dirty="0"/>
              <a:t>용량이 적어도 개수가 너무 많으면 시간이 더 오래 걸림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운영체제에는 용량 제한만 있는 것이 아니라</a:t>
            </a:r>
            <a:r>
              <a:rPr lang="en-US" altLang="ko-KR" dirty="0"/>
              <a:t>, </a:t>
            </a:r>
            <a:r>
              <a:rPr lang="ko-KR" altLang="en-US" dirty="0"/>
              <a:t>파일 개수 제한도 있음</a:t>
            </a:r>
            <a:r>
              <a:rPr lang="en-US" altLang="ko-KR" dirty="0"/>
              <a:t>. (</a:t>
            </a:r>
            <a:r>
              <a:rPr lang="ko-KR" altLang="en-US" dirty="0"/>
              <a:t>용량이 충분해도</a:t>
            </a:r>
            <a:r>
              <a:rPr lang="en-US" altLang="ko-KR" dirty="0"/>
              <a:t>, </a:t>
            </a:r>
            <a:r>
              <a:rPr lang="ko-KR" altLang="en-US" dirty="0"/>
              <a:t>파일시스템에서 다룰 수 있는 개수를 초과하면 더 이상 저장이 불가능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3448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EC4F347-6AA4-5C93-A91D-AA70A84E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ZINC DB </a:t>
            </a:r>
            <a:r>
              <a:rPr lang="ko-KR" altLang="en-US" dirty="0"/>
              <a:t>분석의 목적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BC0784-34BD-313E-4BDB-944E5589D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농약의 유해성을 예측하는 모델 개발 </a:t>
            </a:r>
            <a:r>
              <a:rPr lang="en-US" altLang="ko-KR" dirty="0"/>
              <a:t>(</a:t>
            </a:r>
            <a:r>
              <a:rPr lang="ko-KR" altLang="en-US" dirty="0"/>
              <a:t>피부 독성</a:t>
            </a:r>
            <a:r>
              <a:rPr lang="en-US" altLang="ko-KR" dirty="0"/>
              <a:t>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농약의 독성 예측 모델 개발에 사용될 수 있는 추가 데이터 확보가 목적</a:t>
            </a:r>
            <a:endParaRPr lang="en-US" altLang="ko-KR" dirty="0"/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농약 데이터는 다음 시간에 공유할 예정</a:t>
            </a:r>
            <a:endParaRPr lang="en-US" altLang="ko-KR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ZINC DB </a:t>
            </a:r>
            <a:r>
              <a:rPr lang="ko-KR" altLang="en-US" dirty="0"/>
              <a:t>물질 중에서 농약과 유사한 구조는 몇 개나 있을까</a:t>
            </a:r>
            <a:r>
              <a:rPr lang="en-US" altLang="ko-KR" dirty="0"/>
              <a:t>?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전체 다 비교한다면</a:t>
            </a:r>
            <a:r>
              <a:rPr lang="en-US" altLang="ko-KR" dirty="0"/>
              <a:t>…. 8</a:t>
            </a:r>
            <a:r>
              <a:rPr lang="ko-KR" altLang="en-US" dirty="0"/>
              <a:t>억 </a:t>
            </a:r>
            <a:r>
              <a:rPr lang="en-US" altLang="ko-KR" dirty="0"/>
              <a:t>X 1000</a:t>
            </a:r>
            <a:r>
              <a:rPr lang="ko-KR" altLang="en-US" dirty="0"/>
              <a:t>개 </a:t>
            </a:r>
            <a:r>
              <a:rPr lang="en-US" altLang="ko-KR" dirty="0"/>
              <a:t>= 8000</a:t>
            </a:r>
            <a:r>
              <a:rPr lang="ko-KR" altLang="en-US" dirty="0"/>
              <a:t>억 번의 계산이 필요</a:t>
            </a:r>
            <a:endParaRPr lang="en-US" altLang="ko-KR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8</a:t>
            </a:r>
            <a:r>
              <a:rPr lang="ko-KR" altLang="en-US" dirty="0" err="1"/>
              <a:t>억개</a:t>
            </a:r>
            <a:r>
              <a:rPr lang="ko-KR" altLang="en-US" dirty="0"/>
              <a:t> 전부를 다루기 전에 소수의 샘플데이터에 코드 테스트</a:t>
            </a:r>
            <a:endParaRPr lang="en-US" altLang="ko-KR" dirty="0"/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AAAA.txt </a:t>
            </a:r>
            <a:r>
              <a:rPr lang="ko-KR" altLang="en-US" dirty="0"/>
              <a:t>파일에서 간단한 분석을 진행</a:t>
            </a:r>
            <a:endParaRPr lang="en-US" altLang="ko-KR" dirty="0"/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추후에 작성한 코드를 </a:t>
            </a:r>
            <a:r>
              <a:rPr lang="en-US" altLang="ko-KR" dirty="0"/>
              <a:t>8</a:t>
            </a:r>
            <a:r>
              <a:rPr lang="ko-KR" altLang="en-US" dirty="0" err="1"/>
              <a:t>억개</a:t>
            </a:r>
            <a:r>
              <a:rPr lang="ko-KR" altLang="en-US" dirty="0"/>
              <a:t> 전체에 적용</a:t>
            </a: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53C1454-2753-15E5-62A7-50E2E1872FA5}"/>
              </a:ext>
            </a:extLst>
          </p:cNvPr>
          <p:cNvSpPr/>
          <p:nvPr/>
        </p:nvSpPr>
        <p:spPr>
          <a:xfrm>
            <a:off x="7319817" y="3098222"/>
            <a:ext cx="1556327" cy="17583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ZINC</a:t>
            </a:r>
            <a:r>
              <a:rPr lang="ko-KR" altLang="en-US" dirty="0"/>
              <a:t> </a:t>
            </a:r>
            <a:r>
              <a:rPr lang="en-US" altLang="ko-KR" dirty="0"/>
              <a:t>DB</a:t>
            </a:r>
          </a:p>
          <a:p>
            <a:pPr algn="ctr"/>
            <a:r>
              <a:rPr lang="en-US" altLang="ko-KR" dirty="0"/>
              <a:t>(~8</a:t>
            </a:r>
            <a:r>
              <a:rPr lang="ko-KR" altLang="en-US" dirty="0"/>
              <a:t>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4CC9D2F-C93F-7E5E-C5CE-F331055C5A00}"/>
              </a:ext>
            </a:extLst>
          </p:cNvPr>
          <p:cNvSpPr/>
          <p:nvPr/>
        </p:nvSpPr>
        <p:spPr>
          <a:xfrm>
            <a:off x="5649233" y="3498847"/>
            <a:ext cx="1556327" cy="135774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농약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(~1000</a:t>
            </a:r>
            <a:r>
              <a:rPr lang="ko-KR" altLang="en-US" dirty="0">
                <a:solidFill>
                  <a:schemeClr val="tx1"/>
                </a:solidFill>
              </a:rPr>
              <a:t>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817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F825B-50E2-C501-25C6-C1F330282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AAAA.txt</a:t>
            </a:r>
            <a:r>
              <a:rPr lang="ko-KR" altLang="en-US" dirty="0"/>
              <a:t>에 대해서 진행해보고 싶은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B1B16F-B7DE-9A8E-AE3B-D6E7782C4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파일에 있는 물질들의 분포 분석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AAAA.txt</a:t>
            </a:r>
            <a:r>
              <a:rPr lang="ko-KR" altLang="en-US" dirty="0"/>
              <a:t> 안에 들어있는 물질 개수는 총 몇 개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MW</a:t>
            </a:r>
            <a:r>
              <a:rPr lang="ko-KR" altLang="en-US" dirty="0"/>
              <a:t> </a:t>
            </a:r>
            <a:r>
              <a:rPr lang="en-US" altLang="ko-KR" dirty="0"/>
              <a:t>(molecular</a:t>
            </a:r>
            <a:r>
              <a:rPr lang="ko-KR" altLang="en-US" dirty="0"/>
              <a:t> </a:t>
            </a:r>
            <a:r>
              <a:rPr lang="en-US" altLang="ko-KR" dirty="0"/>
              <a:t>weight): </a:t>
            </a:r>
            <a:r>
              <a:rPr lang="ko-KR" altLang="en-US" dirty="0"/>
              <a:t>분자의 크기 </a:t>
            </a:r>
            <a:r>
              <a:rPr lang="en-US" altLang="ko-KR" dirty="0"/>
              <a:t>(</a:t>
            </a:r>
            <a:r>
              <a:rPr lang="ko-KR" altLang="en-US" dirty="0"/>
              <a:t>분자를 구성하고 있는 원자 무게의 총합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logP</a:t>
            </a:r>
            <a:r>
              <a:rPr lang="en-US" altLang="ko-KR" dirty="0"/>
              <a:t> (partition coefficient): </a:t>
            </a:r>
            <a:r>
              <a:rPr lang="ko-KR" altLang="en-US" dirty="0"/>
              <a:t>분자의 지용성 </a:t>
            </a:r>
            <a:r>
              <a:rPr lang="en-US" altLang="ko-KR" dirty="0"/>
              <a:t>(</a:t>
            </a:r>
            <a:r>
              <a:rPr lang="ko-KR" altLang="en-US" dirty="0"/>
              <a:t>기름에 잘 녹는지를 확인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물질 데이터의 분포를 확인할 때</a:t>
            </a:r>
            <a:r>
              <a:rPr lang="en-US" altLang="ko-KR" dirty="0"/>
              <a:t>, </a:t>
            </a:r>
            <a:r>
              <a:rPr lang="ko-KR" altLang="en-US" dirty="0"/>
              <a:t>많이 체크하는 성질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MW,</a:t>
            </a:r>
            <a:r>
              <a:rPr lang="ko-KR" altLang="en-US" dirty="0"/>
              <a:t> </a:t>
            </a:r>
            <a:r>
              <a:rPr lang="en-US" altLang="ko-KR" dirty="0" err="1"/>
              <a:t>logP</a:t>
            </a:r>
            <a:r>
              <a:rPr lang="ko-KR" altLang="en-US" dirty="0"/>
              <a:t>의 범위는</a:t>
            </a:r>
            <a:r>
              <a:rPr lang="en-US" altLang="ko-KR" dirty="0"/>
              <a:t>? (</a:t>
            </a:r>
            <a:r>
              <a:rPr lang="ko-KR" altLang="en-US" dirty="0"/>
              <a:t>최대값</a:t>
            </a:r>
            <a:r>
              <a:rPr lang="en-US" altLang="ko-KR" dirty="0"/>
              <a:t>, </a:t>
            </a:r>
            <a:r>
              <a:rPr lang="ko-KR" altLang="en-US" dirty="0"/>
              <a:t>최소값 찾기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logP</a:t>
            </a:r>
            <a:r>
              <a:rPr lang="en-US" altLang="ko-KR" dirty="0"/>
              <a:t> &lt; 5 </a:t>
            </a:r>
            <a:r>
              <a:rPr lang="ko-KR" altLang="en-US" dirty="0"/>
              <a:t>인 물질은 총 몇 개</a:t>
            </a:r>
            <a:r>
              <a:rPr lang="en-US" altLang="ko-KR" dirty="0"/>
              <a:t>? (ZINC DB </a:t>
            </a:r>
            <a:r>
              <a:rPr lang="ko-KR" altLang="en-US" dirty="0"/>
              <a:t>전체에서 찾아보기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MW, </a:t>
            </a:r>
            <a:r>
              <a:rPr lang="en-US" altLang="ko-KR" dirty="0" err="1"/>
              <a:t>logP</a:t>
            </a:r>
            <a:r>
              <a:rPr lang="ko-KR" altLang="en-US" dirty="0"/>
              <a:t>의 분포를 </a:t>
            </a:r>
            <a:r>
              <a:rPr lang="en-US" altLang="ko-KR" dirty="0"/>
              <a:t>scatter plot</a:t>
            </a:r>
            <a:r>
              <a:rPr lang="ko-KR" altLang="en-US" dirty="0"/>
              <a:t>으로 확인해보기</a:t>
            </a: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분석의 목적</a:t>
            </a:r>
            <a:r>
              <a:rPr lang="en-US" altLang="ko-KR" dirty="0"/>
              <a:t>: </a:t>
            </a:r>
            <a:r>
              <a:rPr lang="ko-KR" altLang="en-US" dirty="0"/>
              <a:t>현재 보유하고 있는 데이터에는 얼마나 다양한 구조가 포함되어 있는지 확인하기 위함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수십만개를 모두 직접 확인하는 것은 어려움</a:t>
            </a:r>
            <a:r>
              <a:rPr lang="en-US" altLang="ko-KR" dirty="0"/>
              <a:t>. MW, </a:t>
            </a:r>
            <a:r>
              <a:rPr lang="en-US" altLang="ko-KR" dirty="0" err="1"/>
              <a:t>logP</a:t>
            </a:r>
            <a:r>
              <a:rPr lang="en-US" altLang="ko-KR" dirty="0"/>
              <a:t> </a:t>
            </a:r>
            <a:r>
              <a:rPr lang="ko-KR" altLang="en-US" dirty="0"/>
              <a:t>값의 다양성으로 구조 다양성을 대신 확인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82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B43BC-62C2-9148-CF0D-ED58D978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Python</a:t>
            </a:r>
            <a:r>
              <a:rPr lang="ko-KR" altLang="en-US" dirty="0"/>
              <a:t>을 사용해서 분석 해야 하는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EA976-841C-AEE2-97D4-5DCD2863E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 분석을 파일 별로 여러 차례 반복해야 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ZINC-downloader-2D-txt.uri </a:t>
            </a:r>
            <a:r>
              <a:rPr lang="ko-KR" altLang="en-US" dirty="0"/>
              <a:t>파일에는 총 </a:t>
            </a:r>
            <a:r>
              <a:rPr lang="en-US" altLang="ko-KR" dirty="0"/>
              <a:t>1916</a:t>
            </a:r>
            <a:r>
              <a:rPr lang="ko-KR" altLang="en-US" dirty="0"/>
              <a:t>개의 파일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Pandas</a:t>
            </a:r>
            <a:r>
              <a:rPr lang="ko-KR" altLang="en-US" dirty="0"/>
              <a:t>로 분석 과정을 자동화 해야 각 파일에 동일한 분석을 적용할 수 있음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데이터 분석 편의성 </a:t>
            </a:r>
            <a:r>
              <a:rPr lang="en-US" altLang="ko-KR" dirty="0"/>
              <a:t>(</a:t>
            </a:r>
            <a:r>
              <a:rPr lang="ko-KR" altLang="en-US" dirty="0"/>
              <a:t>친해지려면 시간이 조금 필요하지만</a:t>
            </a:r>
            <a:r>
              <a:rPr lang="en-US" altLang="ko-KR" dirty="0"/>
              <a:t>…)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개수 확인 </a:t>
            </a:r>
            <a:r>
              <a:rPr lang="en-US" altLang="ko-KR" dirty="0"/>
              <a:t>(shape)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최대값</a:t>
            </a:r>
            <a:r>
              <a:rPr lang="en-US" altLang="ko-KR" dirty="0"/>
              <a:t>, </a:t>
            </a:r>
            <a:r>
              <a:rPr lang="ko-KR" altLang="en-US" dirty="0"/>
              <a:t>최소값 </a:t>
            </a:r>
            <a:r>
              <a:rPr lang="en-US" altLang="ko-KR" dirty="0"/>
              <a:t>(max, min)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특정 조건에 맞는 물질만 찾아내는 방법을 </a:t>
            </a:r>
            <a:r>
              <a:rPr lang="en-US" altLang="ko-KR" dirty="0"/>
              <a:t>subset</a:t>
            </a:r>
            <a:r>
              <a:rPr lang="ko-KR" altLang="en-US" dirty="0"/>
              <a:t>한다고 표현합니다</a:t>
            </a:r>
            <a:r>
              <a:rPr lang="en-US" altLang="ko-KR" dirty="0"/>
              <a:t>. Subset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분포 시각화 </a:t>
            </a:r>
            <a:r>
              <a:rPr lang="en-US" altLang="ko-KR" dirty="0"/>
              <a:t>(matplotlib): scatter plot (x </a:t>
            </a:r>
            <a:r>
              <a:rPr lang="ko-KR" altLang="en-US" dirty="0"/>
              <a:t>축</a:t>
            </a:r>
            <a:r>
              <a:rPr lang="en-US" altLang="ko-KR" dirty="0"/>
              <a:t>: mw, y</a:t>
            </a:r>
            <a:r>
              <a:rPr lang="ko-KR" altLang="en-US" dirty="0"/>
              <a:t>축</a:t>
            </a:r>
            <a:r>
              <a:rPr lang="en-US" altLang="ko-KR" dirty="0"/>
              <a:t>: </a:t>
            </a:r>
            <a:r>
              <a:rPr lang="en-US" altLang="ko-KR" dirty="0" err="1"/>
              <a:t>logP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420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6C59278-7539-1DC0-EA3A-8CB7B2510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8" y="0"/>
            <a:ext cx="902758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4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0927BB-FF9D-795E-33C9-31D4027E9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98"/>
            <a:ext cx="9144000" cy="50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742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8A3396D-7C84-2231-0783-C4843FB0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7" y="0"/>
            <a:ext cx="903912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37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6DD381-6B50-89A9-BE8A-80470C322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988"/>
            <a:ext cx="9144000" cy="48835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4EFFEC-A04E-274A-8134-6ACD935C0811}"/>
              </a:ext>
            </a:extLst>
          </p:cNvPr>
          <p:cNvSpPr txBox="1"/>
          <p:nvPr/>
        </p:nvSpPr>
        <p:spPr>
          <a:xfrm>
            <a:off x="73890" y="2440706"/>
            <a:ext cx="2267527" cy="14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100" dirty="0">
                <a:solidFill>
                  <a:srgbClr val="FF0000"/>
                </a:solidFill>
              </a:rPr>
              <a:t>프롬프트 작성 시 주의사항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>
              <a:lnSpc>
                <a:spcPct val="160000"/>
              </a:lnSpc>
            </a:pPr>
            <a:r>
              <a:rPr lang="ko-KR" altLang="en-US" sz="1100" b="1" dirty="0"/>
              <a:t>개인의 프로그래밍 경험을 언급</a:t>
            </a:r>
            <a:r>
              <a:rPr lang="en-US" altLang="ko-KR" sz="1100" dirty="0"/>
              <a:t>. (python </a:t>
            </a:r>
            <a:r>
              <a:rPr lang="ko-KR" altLang="en-US" sz="1100" dirty="0"/>
              <a:t>처음</a:t>
            </a:r>
            <a:r>
              <a:rPr lang="en-US" altLang="ko-KR" sz="1100" dirty="0"/>
              <a:t>. </a:t>
            </a:r>
            <a:r>
              <a:rPr lang="ko-KR" altLang="en-US" sz="1100" dirty="0"/>
              <a:t>배우긴 했는데 자신 없음</a:t>
            </a:r>
            <a:r>
              <a:rPr lang="en-US" altLang="ko-KR" sz="1100" dirty="0"/>
              <a:t>.</a:t>
            </a:r>
            <a:r>
              <a:rPr lang="ko-KR" altLang="en-US" sz="1100" dirty="0"/>
              <a:t> 등</a:t>
            </a:r>
            <a:r>
              <a:rPr lang="en-US" altLang="ko-KR" sz="1100" dirty="0"/>
              <a:t>) </a:t>
            </a:r>
            <a:r>
              <a:rPr lang="ko-KR" altLang="en-US" sz="1100" dirty="0"/>
              <a:t>프로그래밍 실력에 따라 </a:t>
            </a:r>
            <a:r>
              <a:rPr lang="en-US" altLang="ko-KR" sz="1100" dirty="0"/>
              <a:t>AI </a:t>
            </a:r>
            <a:r>
              <a:rPr lang="ko-KR" altLang="en-US" sz="1100" dirty="0"/>
              <a:t>답변의 유용성이 결정됨</a:t>
            </a:r>
            <a:r>
              <a:rPr lang="en-US" altLang="ko-KR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6016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8D831DE-B41B-A857-C1E2-2C82E1216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55451"/>
            <a:ext cx="6858000" cy="1811156"/>
          </a:xfrm>
        </p:spPr>
        <p:txBody>
          <a:bodyPr anchor="ctr"/>
          <a:lstStyle/>
          <a:p>
            <a:r>
              <a:rPr lang="en-US" altLang="ko-KR" dirty="0" err="1"/>
              <a:t>Jupyter</a:t>
            </a:r>
            <a:r>
              <a:rPr lang="ko-KR" altLang="en-US" dirty="0"/>
              <a:t> </a:t>
            </a:r>
            <a:r>
              <a:rPr lang="en-US" altLang="ko-KR" dirty="0"/>
              <a:t>notebook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8060519B-ADC0-9CC1-91D4-470ACE9E4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195481"/>
            <a:ext cx="6858000" cy="2692570"/>
          </a:xfrm>
        </p:spPr>
        <p:txBody>
          <a:bodyPr>
            <a:normAutofit fontScale="70000" lnSpcReduction="20000"/>
          </a:bodyPr>
          <a:lstStyle/>
          <a:p>
            <a:pPr marL="342900">
              <a:lnSpc>
                <a:spcPct val="150000"/>
              </a:lnSpc>
              <a:buAutoNum type="arabicPeriod"/>
            </a:pPr>
            <a:r>
              <a:rPr lang="en-US" altLang="ko-KR" dirty="0"/>
              <a:t>txt </a:t>
            </a:r>
            <a:r>
              <a:rPr lang="ko-KR" altLang="en-US" dirty="0"/>
              <a:t>파일 열기 </a:t>
            </a:r>
            <a:r>
              <a:rPr lang="en-US" altLang="ko-KR" dirty="0"/>
              <a:t>(</a:t>
            </a:r>
            <a:r>
              <a:rPr lang="ko-KR" altLang="en-US" dirty="0"/>
              <a:t>테이블 형태이므로 </a:t>
            </a:r>
            <a:r>
              <a:rPr lang="en-US" altLang="ko-KR" dirty="0"/>
              <a:t>pandas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pPr marL="342900">
              <a:lnSpc>
                <a:spcPct val="150000"/>
              </a:lnSpc>
              <a:buAutoNum type="arabicPeriod"/>
            </a:pPr>
            <a:r>
              <a:rPr lang="ko-KR" altLang="en-US" dirty="0"/>
              <a:t>오류 메시지 읽는 방법 </a:t>
            </a:r>
            <a:r>
              <a:rPr lang="en-US" altLang="ko-KR" dirty="0"/>
              <a:t>&amp; </a:t>
            </a:r>
            <a:r>
              <a:rPr lang="ko-KR" altLang="en-US" dirty="0"/>
              <a:t>필요 라이브러리 설치 방법</a:t>
            </a:r>
            <a:endParaRPr lang="en-US" altLang="ko-KR" dirty="0"/>
          </a:p>
          <a:p>
            <a:pPr marL="342900">
              <a:lnSpc>
                <a:spcPct val="150000"/>
              </a:lnSpc>
              <a:buAutoNum type="arabicPeriod"/>
            </a:pPr>
            <a:r>
              <a:rPr lang="en-US" altLang="ko-KR" dirty="0"/>
              <a:t>Pandas</a:t>
            </a:r>
            <a:r>
              <a:rPr lang="ko-KR" altLang="en-US" dirty="0"/>
              <a:t>에서 엑셀 필터와 같은 기능 사용하는 법 </a:t>
            </a:r>
            <a:r>
              <a:rPr lang="en-US" altLang="ko-KR" dirty="0"/>
              <a:t>(subset)</a:t>
            </a:r>
          </a:p>
          <a:p>
            <a:pPr marL="342900">
              <a:lnSpc>
                <a:spcPct val="150000"/>
              </a:lnSpc>
              <a:buAutoNum type="arabicPeriod"/>
            </a:pPr>
            <a:r>
              <a:rPr lang="en-US" altLang="ko-KR" dirty="0"/>
              <a:t>Pandas shape </a:t>
            </a:r>
            <a:r>
              <a:rPr lang="ko-KR" altLang="en-US" dirty="0"/>
              <a:t>사용 </a:t>
            </a:r>
            <a:r>
              <a:rPr lang="en-US" altLang="ko-KR" dirty="0"/>
              <a:t>(</a:t>
            </a:r>
            <a:r>
              <a:rPr lang="ko-KR" altLang="en-US" dirty="0"/>
              <a:t>데이터 개수 파악</a:t>
            </a:r>
            <a:r>
              <a:rPr lang="en-US" altLang="ko-KR" dirty="0"/>
              <a:t>)</a:t>
            </a:r>
          </a:p>
          <a:p>
            <a:pPr marL="342900">
              <a:lnSpc>
                <a:spcPct val="150000"/>
              </a:lnSpc>
              <a:buAutoNum type="arabicPeriod"/>
            </a:pPr>
            <a:r>
              <a:rPr lang="en-US" altLang="ko-KR" dirty="0"/>
              <a:t>Max,</a:t>
            </a:r>
            <a:r>
              <a:rPr lang="ko-KR" altLang="en-US" dirty="0"/>
              <a:t> </a:t>
            </a:r>
            <a:r>
              <a:rPr lang="en-US" altLang="ko-KR" dirty="0"/>
              <a:t>min</a:t>
            </a:r>
            <a:r>
              <a:rPr lang="ko-KR" altLang="en-US" dirty="0"/>
              <a:t>을 이용해서 데이터 확인 방법</a:t>
            </a:r>
            <a:endParaRPr lang="en-US" altLang="ko-KR" dirty="0"/>
          </a:p>
          <a:p>
            <a:pPr marL="342900">
              <a:lnSpc>
                <a:spcPct val="150000"/>
              </a:lnSpc>
              <a:buAutoNum type="arabicPeriod"/>
            </a:pPr>
            <a:r>
              <a:rPr lang="en-US" altLang="ko-KR" dirty="0"/>
              <a:t>Matplotlib</a:t>
            </a:r>
            <a:r>
              <a:rPr lang="ko-KR" altLang="en-US" dirty="0"/>
              <a:t>을 이용한 </a:t>
            </a:r>
            <a:r>
              <a:rPr lang="en-US" altLang="ko-KR" dirty="0"/>
              <a:t>scatterplot </a:t>
            </a:r>
            <a:r>
              <a:rPr lang="ko-KR" altLang="en-US" dirty="0"/>
              <a:t>그리기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58193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E617A-ED02-694C-6A3E-26F76A50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아마존의 의사결정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D8C9F4-FB06-7BCF-3B4D-57788F487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589" y="1369219"/>
            <a:ext cx="5323925" cy="3263504"/>
          </a:xfrm>
        </p:spPr>
        <p:txBody>
          <a:bodyPr>
            <a:normAutofit lnSpcReduction="10000"/>
          </a:bodyPr>
          <a:lstStyle/>
          <a:p>
            <a:pPr>
              <a:lnSpc>
                <a:spcPct val="170000"/>
              </a:lnSpc>
            </a:pPr>
            <a:r>
              <a:rPr lang="en-US" altLang="ko-KR" dirty="0"/>
              <a:t>One-way door vs two-way door</a:t>
            </a:r>
          </a:p>
          <a:p>
            <a:pPr lvl="1">
              <a:lnSpc>
                <a:spcPct val="170000"/>
              </a:lnSpc>
            </a:pPr>
            <a:r>
              <a:rPr lang="en-US" altLang="ko-KR" dirty="0"/>
              <a:t>Two-way</a:t>
            </a:r>
            <a:r>
              <a:rPr lang="ko-KR" altLang="en-US" dirty="0"/>
              <a:t> </a:t>
            </a:r>
            <a:r>
              <a:rPr lang="en-US" altLang="ko-KR" dirty="0"/>
              <a:t>door:</a:t>
            </a:r>
            <a:r>
              <a:rPr lang="ko-KR" altLang="en-US" dirty="0"/>
              <a:t> 실수해도 문제 없음</a:t>
            </a:r>
            <a:r>
              <a:rPr lang="en-US" altLang="ko-KR" dirty="0"/>
              <a:t>. </a:t>
            </a:r>
            <a:r>
              <a:rPr lang="ko-KR" altLang="en-US" dirty="0"/>
              <a:t>언제든 되돌아올 수 있으면</a:t>
            </a:r>
            <a:r>
              <a:rPr lang="en-US" altLang="ko-KR" dirty="0"/>
              <a:t>, </a:t>
            </a:r>
            <a:r>
              <a:rPr lang="ko-KR" altLang="en-US" dirty="0"/>
              <a:t>크게 고민하지 말고 실행</a:t>
            </a:r>
            <a:r>
              <a:rPr lang="en-US" altLang="ko-KR" dirty="0"/>
              <a:t>.</a:t>
            </a:r>
          </a:p>
          <a:p>
            <a:pPr lvl="1">
              <a:lnSpc>
                <a:spcPct val="170000"/>
              </a:lnSpc>
            </a:pPr>
            <a:r>
              <a:rPr lang="en-US" altLang="ko-KR" dirty="0"/>
              <a:t>One-way door: </a:t>
            </a:r>
            <a:r>
              <a:rPr lang="ko-KR" altLang="en-US" dirty="0"/>
              <a:t>신중하게 선택</a:t>
            </a:r>
            <a:r>
              <a:rPr lang="en-US" altLang="ko-KR" dirty="0"/>
              <a:t>. </a:t>
            </a:r>
            <a:r>
              <a:rPr lang="ko-KR" altLang="en-US" dirty="0"/>
              <a:t>다시 돌아오기 어렵다면</a:t>
            </a:r>
            <a:r>
              <a:rPr lang="en-US" altLang="ko-KR" dirty="0"/>
              <a:t>, </a:t>
            </a:r>
            <a:r>
              <a:rPr lang="ko-KR" altLang="en-US" dirty="0"/>
              <a:t>좀 더 신중한 의사결정</a:t>
            </a:r>
            <a:r>
              <a:rPr lang="en-US" altLang="ko-KR" dirty="0"/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dirty="0"/>
              <a:t>수업에서 진행되는 실습은 모두 </a:t>
            </a:r>
            <a:r>
              <a:rPr lang="en-US" altLang="ko-KR" dirty="0"/>
              <a:t>two-way door.</a:t>
            </a:r>
          </a:p>
          <a:p>
            <a:pPr lvl="1">
              <a:lnSpc>
                <a:spcPct val="170000"/>
              </a:lnSpc>
            </a:pPr>
            <a:r>
              <a:rPr lang="ko-KR" altLang="en-US" dirty="0"/>
              <a:t>데이터 처리 실수하면</a:t>
            </a:r>
            <a:r>
              <a:rPr lang="en-US" altLang="ko-KR" dirty="0"/>
              <a:t>? (</a:t>
            </a:r>
            <a:r>
              <a:rPr lang="ko-KR" altLang="en-US" dirty="0"/>
              <a:t>다시 다운 받으면 됨</a:t>
            </a:r>
            <a:r>
              <a:rPr lang="en-US" altLang="ko-KR" dirty="0"/>
              <a:t>)</a:t>
            </a:r>
          </a:p>
          <a:p>
            <a:pPr lvl="1">
              <a:lnSpc>
                <a:spcPct val="170000"/>
              </a:lnSpc>
            </a:pPr>
            <a:r>
              <a:rPr lang="ko-KR" altLang="en-US" dirty="0"/>
              <a:t>만약에 컴퓨터에 문제가 생기면</a:t>
            </a:r>
            <a:r>
              <a:rPr lang="en-US" altLang="ko-KR" dirty="0"/>
              <a:t>? (</a:t>
            </a:r>
            <a:r>
              <a:rPr lang="ko-KR" altLang="en-US" dirty="0"/>
              <a:t>수리하면 됨</a:t>
            </a:r>
            <a:r>
              <a:rPr lang="en-US" altLang="ko-KR" dirty="0"/>
              <a:t>)</a:t>
            </a:r>
          </a:p>
          <a:p>
            <a:pPr lvl="1">
              <a:lnSpc>
                <a:spcPct val="170000"/>
              </a:lnSpc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5041C9-2E8A-69F5-3D75-D40D83A0A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514" y="0"/>
            <a:ext cx="34524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05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2323F-7C89-C1F1-9148-177451DD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29" y="8"/>
            <a:ext cx="7886700" cy="9941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dirty="0"/>
              <a:t>수업 관련 유의 사항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0EE6F5C7-D838-5B85-7D05-CA7A1D84007B}"/>
              </a:ext>
            </a:extLst>
          </p:cNvPr>
          <p:cNvSpPr txBox="1">
            <a:spLocks/>
          </p:cNvSpPr>
          <p:nvPr/>
        </p:nvSpPr>
        <p:spPr>
          <a:xfrm>
            <a:off x="333179" y="994180"/>
            <a:ext cx="8520600" cy="3984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피드백은 짧은 간격으로 자주 해주세요</a:t>
            </a:r>
            <a:r>
              <a:rPr lang="en-US" altLang="ko-KR" sz="2000" dirty="0"/>
              <a:t>. (</a:t>
            </a:r>
            <a:r>
              <a:rPr lang="ko-KR" altLang="en-US" sz="2000" dirty="0"/>
              <a:t>소통 과정에서의 오류 예방</a:t>
            </a:r>
            <a:r>
              <a:rPr lang="en-US" altLang="ko-KR" sz="2000" dirty="0"/>
              <a:t>)</a:t>
            </a:r>
            <a:endParaRPr lang="en-US" altLang="ko-KR" sz="11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수업을 진행하고 있는 사람은 잘 인지하지 못하는 오류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실습이 잘 진행되는지 확인하다 보면</a:t>
            </a:r>
            <a:r>
              <a:rPr lang="en-US" altLang="ko-KR" sz="1600" dirty="0"/>
              <a:t>, </a:t>
            </a:r>
            <a:r>
              <a:rPr lang="ko-KR" altLang="en-US" sz="1600" dirty="0"/>
              <a:t>정신이 없음</a:t>
            </a:r>
            <a:r>
              <a:rPr lang="en-US" altLang="ko-KR" sz="1600" dirty="0"/>
              <a:t>. </a:t>
            </a:r>
            <a:r>
              <a:rPr lang="ko-KR" altLang="en-US" sz="1600" dirty="0"/>
              <a:t>잘못된 내용 혹은 더 나은 방법이 있다면 꼭 제안할 것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수업 결과물은 개인이 학기 말에 </a:t>
            </a:r>
            <a:r>
              <a:rPr lang="en-US" altLang="ko-KR" sz="2000" dirty="0"/>
              <a:t>1</a:t>
            </a:r>
            <a:r>
              <a:rPr lang="ko-KR" altLang="en-US" sz="2000" dirty="0"/>
              <a:t>회 제출하는 보고서입니다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초반에 조금 뒤쳐져도 괜찮습니다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주변 학생들과 저에게 자주 도움 요청하시면서 수업 따라가면 보고서 제출에는 문제가 없는 수준으로 성장할 겁니다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문제가 잘 해결이 안되면</a:t>
            </a:r>
            <a:r>
              <a:rPr lang="en-US" altLang="ko-KR" sz="2000" dirty="0"/>
              <a:t>, </a:t>
            </a:r>
            <a:r>
              <a:rPr lang="ko-KR" altLang="en-US" sz="2000" dirty="0"/>
              <a:t>일어서서 돌아다니는 것도 도움이 됩니다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사람의 사고는 사용 가능한 공간에 상당히 영향을 받음</a:t>
            </a:r>
            <a:r>
              <a:rPr lang="en-US" altLang="ko-KR" sz="1600" dirty="0"/>
              <a:t>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도움 주는 사람도 이동할 수 있지만</a:t>
            </a:r>
            <a:r>
              <a:rPr lang="en-US" altLang="ko-KR" sz="1600" dirty="0"/>
              <a:t>, </a:t>
            </a:r>
            <a:r>
              <a:rPr lang="ko-KR" altLang="en-US" sz="1600" dirty="0"/>
              <a:t>도움이 필요한 사람도 이동해서 도움 요청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0283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2B93E3-B25D-2DAE-A103-E8D59C51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데이터 현황 파악을 위한 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7D4F43-2636-0608-524D-7A6BE89D9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Python</a:t>
            </a:r>
            <a:r>
              <a:rPr lang="ko-KR" altLang="en-US" dirty="0"/>
              <a:t>에서 파일 열기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ZINC-downloader-2D-txt.uri </a:t>
            </a:r>
            <a:r>
              <a:rPr lang="ko-KR" altLang="en-US" dirty="0"/>
              <a:t>파일은 어떻게 </a:t>
            </a:r>
            <a:r>
              <a:rPr lang="ko-KR" altLang="en-US" dirty="0" err="1"/>
              <a:t>파이썬에서</a:t>
            </a:r>
            <a:r>
              <a:rPr lang="ko-KR" altLang="en-US" dirty="0"/>
              <a:t> 열어야 할까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개수 확인하기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다운로드를 모두 받았는지 검증할 때</a:t>
            </a:r>
            <a:r>
              <a:rPr lang="en-US" altLang="ko-KR" dirty="0"/>
              <a:t>, </a:t>
            </a:r>
            <a:r>
              <a:rPr lang="ko-KR" altLang="en-US" dirty="0"/>
              <a:t>웹페이지 상에 있는 숫자와 직접 계산한 개수 비교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AAAA.txt </a:t>
            </a:r>
            <a:r>
              <a:rPr lang="ko-KR" altLang="en-US" dirty="0"/>
              <a:t>파일에는 총 몇 개의 물질이 있을까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다운받을 수 있는 </a:t>
            </a:r>
            <a:r>
              <a:rPr lang="en-US" altLang="ko-KR" dirty="0"/>
              <a:t>txt </a:t>
            </a:r>
            <a:r>
              <a:rPr lang="ko-KR" altLang="en-US" dirty="0"/>
              <a:t>파일들은 총 몇 개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Python </a:t>
            </a:r>
            <a:r>
              <a:rPr lang="ko-KR" altLang="en-US" dirty="0"/>
              <a:t>자료구조 활용 방법</a:t>
            </a:r>
            <a:r>
              <a:rPr lang="en-US" altLang="ko-KR" dirty="0"/>
              <a:t>: list, dictionary</a:t>
            </a:r>
            <a:br>
              <a:rPr lang="en-US" altLang="ko-KR" dirty="0"/>
            </a:br>
            <a:r>
              <a:rPr lang="en-US" altLang="ko-KR" dirty="0"/>
              <a:t>(ZINC DB</a:t>
            </a:r>
            <a:r>
              <a:rPr lang="ko-KR" altLang="en-US" dirty="0"/>
              <a:t>를 다운받고</a:t>
            </a:r>
            <a:r>
              <a:rPr lang="en-US" altLang="ko-KR" dirty="0"/>
              <a:t>, </a:t>
            </a:r>
            <a:r>
              <a:rPr lang="ko-KR" altLang="en-US" dirty="0"/>
              <a:t>전체 데이터 현황 정리에 필요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31995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771</Words>
  <Application>Microsoft Office PowerPoint</Application>
  <PresentationFormat>화면 슬라이드 쇼(16:9)</PresentationFormat>
  <Paragraphs>81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Wingdings</vt:lpstr>
      <vt:lpstr>Simple Light</vt:lpstr>
      <vt:lpstr>알고리즘 (Algorithm)</vt:lpstr>
      <vt:lpstr>PowerPoint 프레젠테이션</vt:lpstr>
      <vt:lpstr>PowerPoint 프레젠테이션</vt:lpstr>
      <vt:lpstr>과거 빅데이터를 분석하면서 배운 교훈</vt:lpstr>
      <vt:lpstr>ZINC DB 분석의 목적</vt:lpstr>
      <vt:lpstr>AAAA.txt에 대해서 진행해보고 싶은 분석</vt:lpstr>
      <vt:lpstr>Python을 사용해서 분석 해야 하는 이유?</vt:lpstr>
      <vt:lpstr>PowerPoint 프레젠테이션</vt:lpstr>
      <vt:lpstr>PowerPoint 프레젠테이션</vt:lpstr>
      <vt:lpstr>PowerPoint 프레젠테이션</vt:lpstr>
      <vt:lpstr>PowerPoint 프레젠테이션</vt:lpstr>
      <vt:lpstr>Jupyter notebook</vt:lpstr>
      <vt:lpstr>아마존의 의사결정 방식</vt:lpstr>
      <vt:lpstr>수업 관련 유의 사항</vt:lpstr>
      <vt:lpstr>데이터 현황 파악을 위한 분석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SHIN HYUN KIL</cp:lastModifiedBy>
  <cp:revision>1</cp:revision>
  <dcterms:modified xsi:type="dcterms:W3CDTF">2026-03-06T07:52:32Z</dcterms:modified>
</cp:coreProperties>
</file>