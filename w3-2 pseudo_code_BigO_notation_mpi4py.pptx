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0" r:id="rId9"/>
    <p:sldId id="272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B47EB2-0819-4361-AB44-F1A0485787EA}" v="39" dt="2026-03-18T02:06:27.0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N HYUN KIL" userId="d5bffe1d-586f-4b28-9005-eb11788ec385" providerId="ADAL" clId="{28E738DF-29E1-46A8-86AB-86F3687E81D9}"/>
    <pc:docChg chg="undo custSel addSld delSld modSld sldOrd">
      <pc:chgData name="SHIN HYUN KIL" userId="d5bffe1d-586f-4b28-9005-eb11788ec385" providerId="ADAL" clId="{28E738DF-29E1-46A8-86AB-86F3687E81D9}" dt="2026-03-18T02:11:00.306" v="5241" actId="207"/>
      <pc:docMkLst>
        <pc:docMk/>
      </pc:docMkLst>
      <pc:sldChg chg="modSp new mod">
        <pc:chgData name="SHIN HYUN KIL" userId="d5bffe1d-586f-4b28-9005-eb11788ec385" providerId="ADAL" clId="{28E738DF-29E1-46A8-86AB-86F3687E81D9}" dt="2026-03-18T01:37:16.119" v="4306" actId="20577"/>
        <pc:sldMkLst>
          <pc:docMk/>
          <pc:sldMk cId="3032034529" sldId="256"/>
        </pc:sldMkLst>
        <pc:spChg chg="mod">
          <ac:chgData name="SHIN HYUN KIL" userId="d5bffe1d-586f-4b28-9005-eb11788ec385" providerId="ADAL" clId="{28E738DF-29E1-46A8-86AB-86F3687E81D9}" dt="2026-03-18T00:37:47.870" v="275" actId="242"/>
          <ac:spMkLst>
            <pc:docMk/>
            <pc:sldMk cId="3032034529" sldId="256"/>
            <ac:spMk id="2" creationId="{D6617D3A-9F0F-3748-AEC7-CF5CBCAEAF66}"/>
          </ac:spMkLst>
        </pc:spChg>
        <pc:spChg chg="mod">
          <ac:chgData name="SHIN HYUN KIL" userId="d5bffe1d-586f-4b28-9005-eb11788ec385" providerId="ADAL" clId="{28E738DF-29E1-46A8-86AB-86F3687E81D9}" dt="2026-03-18T01:37:16.119" v="4306" actId="20577"/>
          <ac:spMkLst>
            <pc:docMk/>
            <pc:sldMk cId="3032034529" sldId="256"/>
            <ac:spMk id="3" creationId="{20B00A48-C022-A7B5-1150-35DF583F5D27}"/>
          </ac:spMkLst>
        </pc:spChg>
      </pc:sldChg>
      <pc:sldChg chg="addSp delSp modSp new mod setBg">
        <pc:chgData name="SHIN HYUN KIL" userId="d5bffe1d-586f-4b28-9005-eb11788ec385" providerId="ADAL" clId="{28E738DF-29E1-46A8-86AB-86F3687E81D9}" dt="2026-03-18T00:44:52.994" v="1108" actId="14100"/>
        <pc:sldMkLst>
          <pc:docMk/>
          <pc:sldMk cId="1164511352" sldId="257"/>
        </pc:sldMkLst>
        <pc:spChg chg="mod">
          <ac:chgData name="SHIN HYUN KIL" userId="d5bffe1d-586f-4b28-9005-eb11788ec385" providerId="ADAL" clId="{28E738DF-29E1-46A8-86AB-86F3687E81D9}" dt="2026-03-18T00:44:47.127" v="1106" actId="26606"/>
          <ac:spMkLst>
            <pc:docMk/>
            <pc:sldMk cId="1164511352" sldId="257"/>
            <ac:spMk id="2" creationId="{9A9BB575-C99A-FF4B-208A-74A33424EC8F}"/>
          </ac:spMkLst>
        </pc:spChg>
        <pc:spChg chg="mod ord">
          <ac:chgData name="SHIN HYUN KIL" userId="d5bffe1d-586f-4b28-9005-eb11788ec385" providerId="ADAL" clId="{28E738DF-29E1-46A8-86AB-86F3687E81D9}" dt="2026-03-18T00:44:47.127" v="1106" actId="26606"/>
          <ac:spMkLst>
            <pc:docMk/>
            <pc:sldMk cId="1164511352" sldId="257"/>
            <ac:spMk id="3" creationId="{394FD42B-4C25-B78E-4F03-62AC134BC384}"/>
          </ac:spMkLst>
        </pc:spChg>
        <pc:spChg chg="add del">
          <ac:chgData name="SHIN HYUN KIL" userId="d5bffe1d-586f-4b28-9005-eb11788ec385" providerId="ADAL" clId="{28E738DF-29E1-46A8-86AB-86F3687E81D9}" dt="2026-03-18T00:44:47.127" v="1106" actId="26606"/>
          <ac:spMkLst>
            <pc:docMk/>
            <pc:sldMk cId="1164511352" sldId="257"/>
            <ac:spMk id="10" creationId="{D7A453D2-15D8-4403-815F-291FA16340D9}"/>
          </ac:spMkLst>
        </pc:spChg>
        <pc:spChg chg="add del">
          <ac:chgData name="SHIN HYUN KIL" userId="d5bffe1d-586f-4b28-9005-eb11788ec385" providerId="ADAL" clId="{28E738DF-29E1-46A8-86AB-86F3687E81D9}" dt="2026-03-18T00:44:47.127" v="1106" actId="26606"/>
          <ac:spMkLst>
            <pc:docMk/>
            <pc:sldMk cId="1164511352" sldId="257"/>
            <ac:spMk id="12" creationId="{8161EA6B-09CA-445B-AB0D-8DF76FA92DEF}"/>
          </ac:spMkLst>
        </pc:spChg>
        <pc:spChg chg="add del">
          <ac:chgData name="SHIN HYUN KIL" userId="d5bffe1d-586f-4b28-9005-eb11788ec385" providerId="ADAL" clId="{28E738DF-29E1-46A8-86AB-86F3687E81D9}" dt="2026-03-18T00:44:47.127" v="1106" actId="26606"/>
          <ac:spMkLst>
            <pc:docMk/>
            <pc:sldMk cId="1164511352" sldId="257"/>
            <ac:spMk id="22" creationId="{B8114C98-A349-4111-A123-E8EAB86ABE30}"/>
          </ac:spMkLst>
        </pc:spChg>
        <pc:spChg chg="add del">
          <ac:chgData name="SHIN HYUN KIL" userId="d5bffe1d-586f-4b28-9005-eb11788ec385" providerId="ADAL" clId="{28E738DF-29E1-46A8-86AB-86F3687E81D9}" dt="2026-03-18T00:44:47.127" v="1106" actId="26606"/>
          <ac:spMkLst>
            <pc:docMk/>
            <pc:sldMk cId="1164511352" sldId="257"/>
            <ac:spMk id="30" creationId="{E2D3D3F2-ABBB-4453-B1C5-1BEBF7E4DD56}"/>
          </ac:spMkLst>
        </pc:spChg>
        <pc:spChg chg="add del">
          <ac:chgData name="SHIN HYUN KIL" userId="d5bffe1d-586f-4b28-9005-eb11788ec385" providerId="ADAL" clId="{28E738DF-29E1-46A8-86AB-86F3687E81D9}" dt="2026-03-18T00:44:47.127" v="1106" actId="26606"/>
          <ac:spMkLst>
            <pc:docMk/>
            <pc:sldMk cId="1164511352" sldId="257"/>
            <ac:spMk id="44" creationId="{773AEA78-C03B-40B7-9D11-DC022119D577}"/>
          </ac:spMkLst>
        </pc:spChg>
        <pc:grpChg chg="add del">
          <ac:chgData name="SHIN HYUN KIL" userId="d5bffe1d-586f-4b28-9005-eb11788ec385" providerId="ADAL" clId="{28E738DF-29E1-46A8-86AB-86F3687E81D9}" dt="2026-03-18T00:44:47.127" v="1106" actId="26606"/>
          <ac:grpSpMkLst>
            <pc:docMk/>
            <pc:sldMk cId="1164511352" sldId="257"/>
            <ac:grpSpMk id="14" creationId="{913B067F-3154-4968-A886-DF93A787EC44}"/>
          </ac:grpSpMkLst>
        </pc:grpChg>
        <pc:grpChg chg="add">
          <ac:chgData name="SHIN HYUN KIL" userId="d5bffe1d-586f-4b28-9005-eb11788ec385" providerId="ADAL" clId="{28E738DF-29E1-46A8-86AB-86F3687E81D9}" dt="2026-03-18T00:44:44.785" v="1105" actId="26606"/>
          <ac:grpSpMkLst>
            <pc:docMk/>
            <pc:sldMk cId="1164511352" sldId="257"/>
            <ac:grpSpMk id="24" creationId="{670FB431-AE18-414D-92F4-1D12D1991152}"/>
          </ac:grpSpMkLst>
        </pc:grpChg>
        <pc:grpChg chg="del">
          <ac:chgData name="SHIN HYUN KIL" userId="d5bffe1d-586f-4b28-9005-eb11788ec385" providerId="ADAL" clId="{28E738DF-29E1-46A8-86AB-86F3687E81D9}" dt="2026-03-18T00:44:47.127" v="1106" actId="26606"/>
          <ac:grpSpMkLst>
            <pc:docMk/>
            <pc:sldMk cId="1164511352" sldId="257"/>
            <ac:grpSpMk id="38" creationId="{1F4E1649-4D1F-4A91-AF97-A254BFDD524D}"/>
          </ac:grpSpMkLst>
        </pc:grpChg>
        <pc:picChg chg="add mod">
          <ac:chgData name="SHIN HYUN KIL" userId="d5bffe1d-586f-4b28-9005-eb11788ec385" providerId="ADAL" clId="{28E738DF-29E1-46A8-86AB-86F3687E81D9}" dt="2026-03-18T00:44:52.994" v="1108" actId="14100"/>
          <ac:picMkLst>
            <pc:docMk/>
            <pc:sldMk cId="1164511352" sldId="257"/>
            <ac:picMk id="5" creationId="{70825507-8765-32D4-DC1E-62F3AC572026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18T00:59:28.016" v="1699" actId="20577"/>
        <pc:sldMkLst>
          <pc:docMk/>
          <pc:sldMk cId="1387975558" sldId="258"/>
        </pc:sldMkLst>
        <pc:spChg chg="mod">
          <ac:chgData name="SHIN HYUN KIL" userId="d5bffe1d-586f-4b28-9005-eb11788ec385" providerId="ADAL" clId="{28E738DF-29E1-46A8-86AB-86F3687E81D9}" dt="2026-03-18T00:59:28.016" v="1699" actId="20577"/>
          <ac:spMkLst>
            <pc:docMk/>
            <pc:sldMk cId="1387975558" sldId="258"/>
            <ac:spMk id="2" creationId="{13D88222-0B1C-D2F6-A036-6A18C570B479}"/>
          </ac:spMkLst>
        </pc:spChg>
        <pc:spChg chg="mod">
          <ac:chgData name="SHIN HYUN KIL" userId="d5bffe1d-586f-4b28-9005-eb11788ec385" providerId="ADAL" clId="{28E738DF-29E1-46A8-86AB-86F3687E81D9}" dt="2026-03-18T00:52:35.010" v="1621" actId="20577"/>
          <ac:spMkLst>
            <pc:docMk/>
            <pc:sldMk cId="1387975558" sldId="258"/>
            <ac:spMk id="3" creationId="{42304D00-137D-9BBD-2254-4F20355721EF}"/>
          </ac:spMkLst>
        </pc:spChg>
        <pc:picChg chg="add del mod">
          <ac:chgData name="SHIN HYUN KIL" userId="d5bffe1d-586f-4b28-9005-eb11788ec385" providerId="ADAL" clId="{28E738DF-29E1-46A8-86AB-86F3687E81D9}" dt="2026-03-18T00:46:43.941" v="1466" actId="478"/>
          <ac:picMkLst>
            <pc:docMk/>
            <pc:sldMk cId="1387975558" sldId="258"/>
            <ac:picMk id="4" creationId="{7DE3538C-7BBE-1A0E-DD8E-8469B85AEDB2}"/>
          </ac:picMkLst>
        </pc:picChg>
        <pc:picChg chg="add mod">
          <ac:chgData name="SHIN HYUN KIL" userId="d5bffe1d-586f-4b28-9005-eb11788ec385" providerId="ADAL" clId="{28E738DF-29E1-46A8-86AB-86F3687E81D9}" dt="2026-03-18T00:51:45.720" v="1587" actId="1076"/>
          <ac:picMkLst>
            <pc:docMk/>
            <pc:sldMk cId="1387975558" sldId="258"/>
            <ac:picMk id="6" creationId="{9434C584-3E95-89A9-83BB-6BD9F5683415}"/>
          </ac:picMkLst>
        </pc:picChg>
      </pc:sldChg>
      <pc:sldChg chg="addSp modSp new mod">
        <pc:chgData name="SHIN HYUN KIL" userId="d5bffe1d-586f-4b28-9005-eb11788ec385" providerId="ADAL" clId="{28E738DF-29E1-46A8-86AB-86F3687E81D9}" dt="2026-03-18T01:01:56.707" v="2251" actId="1038"/>
        <pc:sldMkLst>
          <pc:docMk/>
          <pc:sldMk cId="2852619657" sldId="259"/>
        </pc:sldMkLst>
        <pc:spChg chg="mod">
          <ac:chgData name="SHIN HYUN KIL" userId="d5bffe1d-586f-4b28-9005-eb11788ec385" providerId="ADAL" clId="{28E738DF-29E1-46A8-86AB-86F3687E81D9}" dt="2026-03-18T00:59:36.338" v="1721" actId="20577"/>
          <ac:spMkLst>
            <pc:docMk/>
            <pc:sldMk cId="2852619657" sldId="259"/>
            <ac:spMk id="2" creationId="{44746F59-6145-2299-9672-F6A100C19826}"/>
          </ac:spMkLst>
        </pc:spChg>
        <pc:spChg chg="mod">
          <ac:chgData name="SHIN HYUN KIL" userId="d5bffe1d-586f-4b28-9005-eb11788ec385" providerId="ADAL" clId="{28E738DF-29E1-46A8-86AB-86F3687E81D9}" dt="2026-03-18T01:01:51.871" v="2238" actId="20577"/>
          <ac:spMkLst>
            <pc:docMk/>
            <pc:sldMk cId="2852619657" sldId="259"/>
            <ac:spMk id="3" creationId="{59D38250-F0A0-9653-B3A2-7BBD95FEF9E0}"/>
          </ac:spMkLst>
        </pc:spChg>
        <pc:picChg chg="add mod">
          <ac:chgData name="SHIN HYUN KIL" userId="d5bffe1d-586f-4b28-9005-eb11788ec385" providerId="ADAL" clId="{28E738DF-29E1-46A8-86AB-86F3687E81D9}" dt="2026-03-18T01:01:56.707" v="2251" actId="1038"/>
          <ac:picMkLst>
            <pc:docMk/>
            <pc:sldMk cId="2852619657" sldId="259"/>
            <ac:picMk id="5" creationId="{ED5D5DDB-88CA-5FD7-EE42-884FF35D794B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18T01:07:50.398" v="2293" actId="478"/>
        <pc:sldMkLst>
          <pc:docMk/>
          <pc:sldMk cId="1109505715" sldId="260"/>
        </pc:sldMkLst>
        <pc:spChg chg="mod">
          <ac:chgData name="SHIN HYUN KIL" userId="d5bffe1d-586f-4b28-9005-eb11788ec385" providerId="ADAL" clId="{28E738DF-29E1-46A8-86AB-86F3687E81D9}" dt="2026-03-18T01:02:25.102" v="2280" actId="20577"/>
          <ac:spMkLst>
            <pc:docMk/>
            <pc:sldMk cId="1109505715" sldId="260"/>
            <ac:spMk id="2" creationId="{A0830C0C-7C67-41D6-F728-89E0DAE784BD}"/>
          </ac:spMkLst>
        </pc:spChg>
        <pc:spChg chg="del">
          <ac:chgData name="SHIN HYUN KIL" userId="d5bffe1d-586f-4b28-9005-eb11788ec385" providerId="ADAL" clId="{28E738DF-29E1-46A8-86AB-86F3687E81D9}" dt="2026-03-18T01:07:50.398" v="2293" actId="478"/>
          <ac:spMkLst>
            <pc:docMk/>
            <pc:sldMk cId="1109505715" sldId="260"/>
            <ac:spMk id="3" creationId="{7952B08C-27FF-BBD2-0B14-E615D17A11F9}"/>
          </ac:spMkLst>
        </pc:spChg>
        <pc:picChg chg="add del mod">
          <ac:chgData name="SHIN HYUN KIL" userId="d5bffe1d-586f-4b28-9005-eb11788ec385" providerId="ADAL" clId="{28E738DF-29E1-46A8-86AB-86F3687E81D9}" dt="2026-03-18T01:04:13.933" v="2283" actId="478"/>
          <ac:picMkLst>
            <pc:docMk/>
            <pc:sldMk cId="1109505715" sldId="260"/>
            <ac:picMk id="5" creationId="{5B9F77E1-7B91-0803-77BB-1550C9470CA5}"/>
          </ac:picMkLst>
        </pc:picChg>
        <pc:picChg chg="add mod">
          <ac:chgData name="SHIN HYUN KIL" userId="d5bffe1d-586f-4b28-9005-eb11788ec385" providerId="ADAL" clId="{28E738DF-29E1-46A8-86AB-86F3687E81D9}" dt="2026-03-18T01:04:41.814" v="2285" actId="1076"/>
          <ac:picMkLst>
            <pc:docMk/>
            <pc:sldMk cId="1109505715" sldId="260"/>
            <ac:picMk id="7" creationId="{B97A8534-C349-FF5B-7A57-7BE69D51A69F}"/>
          </ac:picMkLst>
        </pc:picChg>
      </pc:sldChg>
      <pc:sldChg chg="addSp delSp modSp add mod">
        <pc:chgData name="SHIN HYUN KIL" userId="d5bffe1d-586f-4b28-9005-eb11788ec385" providerId="ADAL" clId="{28E738DF-29E1-46A8-86AB-86F3687E81D9}" dt="2026-03-18T02:11:00.306" v="5241" actId="207"/>
        <pc:sldMkLst>
          <pc:docMk/>
          <pc:sldMk cId="998491503" sldId="261"/>
        </pc:sldMkLst>
        <pc:spChg chg="del mod">
          <ac:chgData name="SHIN HYUN KIL" userId="d5bffe1d-586f-4b28-9005-eb11788ec385" providerId="ADAL" clId="{28E738DF-29E1-46A8-86AB-86F3687E81D9}" dt="2026-03-18T01:07:45.964" v="2292" actId="478"/>
          <ac:spMkLst>
            <pc:docMk/>
            <pc:sldMk cId="998491503" sldId="261"/>
            <ac:spMk id="2" creationId="{452FD129-FF1D-FFC1-6499-CA8E2FB08568}"/>
          </ac:spMkLst>
        </pc:spChg>
        <pc:spChg chg="del">
          <ac:chgData name="SHIN HYUN KIL" userId="d5bffe1d-586f-4b28-9005-eb11788ec385" providerId="ADAL" clId="{28E738DF-29E1-46A8-86AB-86F3687E81D9}" dt="2026-03-18T01:07:43.975" v="2291" actId="478"/>
          <ac:spMkLst>
            <pc:docMk/>
            <pc:sldMk cId="998491503" sldId="261"/>
            <ac:spMk id="3" creationId="{F4D463D2-58B1-40EF-21AA-0AB43F2327D6}"/>
          </ac:spMkLst>
        </pc:spChg>
        <pc:spChg chg="add mod">
          <ac:chgData name="SHIN HYUN KIL" userId="d5bffe1d-586f-4b28-9005-eb11788ec385" providerId="ADAL" clId="{28E738DF-29E1-46A8-86AB-86F3687E81D9}" dt="2026-03-18T01:11:16.173" v="2816" actId="1076"/>
          <ac:spMkLst>
            <pc:docMk/>
            <pc:sldMk cId="998491503" sldId="261"/>
            <ac:spMk id="6" creationId="{A1C9BC8F-000E-7007-BA82-BA8888D2F879}"/>
          </ac:spMkLst>
        </pc:spChg>
        <pc:spChg chg="add mod">
          <ac:chgData name="SHIN HYUN KIL" userId="d5bffe1d-586f-4b28-9005-eb11788ec385" providerId="ADAL" clId="{28E738DF-29E1-46A8-86AB-86F3687E81D9}" dt="2026-03-18T02:11:00.306" v="5241" actId="207"/>
          <ac:spMkLst>
            <pc:docMk/>
            <pc:sldMk cId="998491503" sldId="261"/>
            <ac:spMk id="10" creationId="{CDBDC8DD-9CDD-8E9A-F4E3-0D2FB73C9F1A}"/>
          </ac:spMkLst>
        </pc:spChg>
        <pc:picChg chg="add del">
          <ac:chgData name="SHIN HYUN KIL" userId="d5bffe1d-586f-4b28-9005-eb11788ec385" providerId="ADAL" clId="{28E738DF-29E1-46A8-86AB-86F3687E81D9}" dt="2026-03-18T01:11:09.562" v="2813" actId="478"/>
          <ac:picMkLst>
            <pc:docMk/>
            <pc:sldMk cId="998491503" sldId="261"/>
            <ac:picMk id="5" creationId="{A916CC1E-04E4-DE10-7CDC-2CDE8A250C3F}"/>
          </ac:picMkLst>
        </pc:picChg>
        <pc:picChg chg="del">
          <ac:chgData name="SHIN HYUN KIL" userId="d5bffe1d-586f-4b28-9005-eb11788ec385" providerId="ADAL" clId="{28E738DF-29E1-46A8-86AB-86F3687E81D9}" dt="2026-03-18T01:04:46.367" v="2287" actId="478"/>
          <ac:picMkLst>
            <pc:docMk/>
            <pc:sldMk cId="998491503" sldId="261"/>
            <ac:picMk id="7" creationId="{8EB5534F-912E-D2B6-4929-F3044866AADB}"/>
          </ac:picMkLst>
        </pc:picChg>
        <pc:picChg chg="add ord">
          <ac:chgData name="SHIN HYUN KIL" userId="d5bffe1d-586f-4b28-9005-eb11788ec385" providerId="ADAL" clId="{28E738DF-29E1-46A8-86AB-86F3687E81D9}" dt="2026-03-18T01:11:12.552" v="2815" actId="167"/>
          <ac:picMkLst>
            <pc:docMk/>
            <pc:sldMk cId="998491503" sldId="261"/>
            <ac:picMk id="9" creationId="{D7C985BF-A289-A929-3C88-5448A6086F5C}"/>
          </ac:picMkLst>
        </pc:picChg>
      </pc:sldChg>
      <pc:sldChg chg="addSp delSp modSp new del mod">
        <pc:chgData name="SHIN HYUN KIL" userId="d5bffe1d-586f-4b28-9005-eb11788ec385" providerId="ADAL" clId="{28E738DF-29E1-46A8-86AB-86F3687E81D9}" dt="2026-03-18T01:37:44.500" v="4307" actId="47"/>
        <pc:sldMkLst>
          <pc:docMk/>
          <pc:sldMk cId="791779964" sldId="262"/>
        </pc:sldMkLst>
        <pc:spChg chg="del">
          <ac:chgData name="SHIN HYUN KIL" userId="d5bffe1d-586f-4b28-9005-eb11788ec385" providerId="ADAL" clId="{28E738DF-29E1-46A8-86AB-86F3687E81D9}" dt="2026-03-18T01:12:10.541" v="2817" actId="478"/>
          <ac:spMkLst>
            <pc:docMk/>
            <pc:sldMk cId="791779964" sldId="262"/>
            <ac:spMk id="2" creationId="{71165FA5-2011-6765-8724-3A56AC6489A4}"/>
          </ac:spMkLst>
        </pc:spChg>
        <pc:spChg chg="del">
          <ac:chgData name="SHIN HYUN KIL" userId="d5bffe1d-586f-4b28-9005-eb11788ec385" providerId="ADAL" clId="{28E738DF-29E1-46A8-86AB-86F3687E81D9}" dt="2026-03-18T01:12:10.541" v="2817" actId="478"/>
          <ac:spMkLst>
            <pc:docMk/>
            <pc:sldMk cId="791779964" sldId="262"/>
            <ac:spMk id="3" creationId="{236E1FF9-1C2A-A552-E0E1-EE0A7698F02B}"/>
          </ac:spMkLst>
        </pc:spChg>
        <pc:spChg chg="add mod">
          <ac:chgData name="SHIN HYUN KIL" userId="d5bffe1d-586f-4b28-9005-eb11788ec385" providerId="ADAL" clId="{28E738DF-29E1-46A8-86AB-86F3687E81D9}" dt="2026-03-18T01:13:38.900" v="2991" actId="20577"/>
          <ac:spMkLst>
            <pc:docMk/>
            <pc:sldMk cId="791779964" sldId="262"/>
            <ac:spMk id="6" creationId="{F9E6FAA3-36B6-CC18-B1F4-19090176A00B}"/>
          </ac:spMkLst>
        </pc:spChg>
        <pc:spChg chg="add mod">
          <ac:chgData name="SHIN HYUN KIL" userId="d5bffe1d-586f-4b28-9005-eb11788ec385" providerId="ADAL" clId="{28E738DF-29E1-46A8-86AB-86F3687E81D9}" dt="2026-03-18T01:13:00.851" v="2932" actId="207"/>
          <ac:spMkLst>
            <pc:docMk/>
            <pc:sldMk cId="791779964" sldId="262"/>
            <ac:spMk id="7" creationId="{986F5640-13EC-40FD-219E-45CEBD5C54D8}"/>
          </ac:spMkLst>
        </pc:spChg>
        <pc:spChg chg="add mod">
          <ac:chgData name="SHIN HYUN KIL" userId="d5bffe1d-586f-4b28-9005-eb11788ec385" providerId="ADAL" clId="{28E738DF-29E1-46A8-86AB-86F3687E81D9}" dt="2026-03-18T01:17:38.404" v="3019" actId="207"/>
          <ac:spMkLst>
            <pc:docMk/>
            <pc:sldMk cId="791779964" sldId="262"/>
            <ac:spMk id="8" creationId="{D2663654-499F-2B9E-6634-E2B87A842148}"/>
          </ac:spMkLst>
        </pc:spChg>
        <pc:spChg chg="add mod">
          <ac:chgData name="SHIN HYUN KIL" userId="d5bffe1d-586f-4b28-9005-eb11788ec385" providerId="ADAL" clId="{28E738DF-29E1-46A8-86AB-86F3687E81D9}" dt="2026-03-18T01:13:00.851" v="2932" actId="207"/>
          <ac:spMkLst>
            <pc:docMk/>
            <pc:sldMk cId="791779964" sldId="262"/>
            <ac:spMk id="9" creationId="{7C552343-DC3A-142E-104E-35F1F26815E4}"/>
          </ac:spMkLst>
        </pc:spChg>
        <pc:spChg chg="add mod">
          <ac:chgData name="SHIN HYUN KIL" userId="d5bffe1d-586f-4b28-9005-eb11788ec385" providerId="ADAL" clId="{28E738DF-29E1-46A8-86AB-86F3687E81D9}" dt="2026-03-18T01:18:23.464" v="3157" actId="20577"/>
          <ac:spMkLst>
            <pc:docMk/>
            <pc:sldMk cId="791779964" sldId="262"/>
            <ac:spMk id="12" creationId="{BEA11567-000B-4F22-A598-753AF18C8204}"/>
          </ac:spMkLst>
        </pc:spChg>
        <pc:picChg chg="add">
          <ac:chgData name="SHIN HYUN KIL" userId="d5bffe1d-586f-4b28-9005-eb11788ec385" providerId="ADAL" clId="{28E738DF-29E1-46A8-86AB-86F3687E81D9}" dt="2026-03-18T01:12:10.783" v="2818" actId="22"/>
          <ac:picMkLst>
            <pc:docMk/>
            <pc:sldMk cId="791779964" sldId="262"/>
            <ac:picMk id="5" creationId="{AE0C6968-FE08-0F82-E2DD-958C3297BDCC}"/>
          </ac:picMkLst>
        </pc:picChg>
        <pc:cxnChg chg="add mod">
          <ac:chgData name="SHIN HYUN KIL" userId="d5bffe1d-586f-4b28-9005-eb11788ec385" providerId="ADAL" clId="{28E738DF-29E1-46A8-86AB-86F3687E81D9}" dt="2026-03-18T01:17:32.508" v="3018" actId="208"/>
          <ac:cxnSpMkLst>
            <pc:docMk/>
            <pc:sldMk cId="791779964" sldId="262"/>
            <ac:cxnSpMk id="11" creationId="{30F31C17-A80D-62D5-B765-F9DC6EA44240}"/>
          </ac:cxnSpMkLst>
        </pc:cxnChg>
      </pc:sldChg>
      <pc:sldChg chg="add del">
        <pc:chgData name="SHIN HYUN KIL" userId="d5bffe1d-586f-4b28-9005-eb11788ec385" providerId="ADAL" clId="{28E738DF-29E1-46A8-86AB-86F3687E81D9}" dt="2026-03-18T01:22:00.893" v="3645"/>
        <pc:sldMkLst>
          <pc:docMk/>
          <pc:sldMk cId="352642744" sldId="263"/>
        </pc:sldMkLst>
      </pc:sldChg>
      <pc:sldChg chg="addSp delSp modSp new del mod">
        <pc:chgData name="SHIN HYUN KIL" userId="d5bffe1d-586f-4b28-9005-eb11788ec385" providerId="ADAL" clId="{28E738DF-29E1-46A8-86AB-86F3687E81D9}" dt="2026-03-18T01:21:44.263" v="3643" actId="2696"/>
        <pc:sldMkLst>
          <pc:docMk/>
          <pc:sldMk cId="1610296120" sldId="263"/>
        </pc:sldMkLst>
        <pc:spChg chg="del">
          <ac:chgData name="SHIN HYUN KIL" userId="d5bffe1d-586f-4b28-9005-eb11788ec385" providerId="ADAL" clId="{28E738DF-29E1-46A8-86AB-86F3687E81D9}" dt="2026-03-18T01:13:57.026" v="2993" actId="478"/>
          <ac:spMkLst>
            <pc:docMk/>
            <pc:sldMk cId="1610296120" sldId="263"/>
            <ac:spMk id="2" creationId="{04C25A2F-7BE7-D270-76EB-728D13CB51B3}"/>
          </ac:spMkLst>
        </pc:spChg>
        <pc:spChg chg="del">
          <ac:chgData name="SHIN HYUN KIL" userId="d5bffe1d-586f-4b28-9005-eb11788ec385" providerId="ADAL" clId="{28E738DF-29E1-46A8-86AB-86F3687E81D9}" dt="2026-03-18T01:13:57.026" v="2993" actId="478"/>
          <ac:spMkLst>
            <pc:docMk/>
            <pc:sldMk cId="1610296120" sldId="263"/>
            <ac:spMk id="3" creationId="{11EF027B-2F7E-19DA-5CB6-D6ECC228E079}"/>
          </ac:spMkLst>
        </pc:spChg>
        <pc:spChg chg="add mod">
          <ac:chgData name="SHIN HYUN KIL" userId="d5bffe1d-586f-4b28-9005-eb11788ec385" providerId="ADAL" clId="{28E738DF-29E1-46A8-86AB-86F3687E81D9}" dt="2026-03-18T01:18:49.322" v="3220" actId="1076"/>
          <ac:spMkLst>
            <pc:docMk/>
            <pc:sldMk cId="1610296120" sldId="263"/>
            <ac:spMk id="6" creationId="{13C81A5B-2699-ABF9-7064-9D721A24E216}"/>
          </ac:spMkLst>
        </pc:spChg>
        <pc:picChg chg="add">
          <ac:chgData name="SHIN HYUN KIL" userId="d5bffe1d-586f-4b28-9005-eb11788ec385" providerId="ADAL" clId="{28E738DF-29E1-46A8-86AB-86F3687E81D9}" dt="2026-03-18T01:13:57.262" v="2994" actId="22"/>
          <ac:picMkLst>
            <pc:docMk/>
            <pc:sldMk cId="1610296120" sldId="263"/>
            <ac:picMk id="5" creationId="{5DCC5498-286D-ECD0-A782-A4E6FC35E337}"/>
          </ac:picMkLst>
        </pc:picChg>
      </pc:sldChg>
      <pc:sldChg chg="add del">
        <pc:chgData name="SHIN HYUN KIL" userId="d5bffe1d-586f-4b28-9005-eb11788ec385" providerId="ADAL" clId="{28E738DF-29E1-46A8-86AB-86F3687E81D9}" dt="2026-03-18T01:37:44.500" v="4307" actId="47"/>
        <pc:sldMkLst>
          <pc:docMk/>
          <pc:sldMk cId="4007728761" sldId="263"/>
        </pc:sldMkLst>
      </pc:sldChg>
      <pc:sldChg chg="addSp delSp modSp new del mod ord">
        <pc:chgData name="SHIN HYUN KIL" userId="d5bffe1d-586f-4b28-9005-eb11788ec385" providerId="ADAL" clId="{28E738DF-29E1-46A8-86AB-86F3687E81D9}" dt="2026-03-18T01:37:44.500" v="4307" actId="47"/>
        <pc:sldMkLst>
          <pc:docMk/>
          <pc:sldMk cId="1109027084" sldId="264"/>
        </pc:sldMkLst>
        <pc:spChg chg="del">
          <ac:chgData name="SHIN HYUN KIL" userId="d5bffe1d-586f-4b28-9005-eb11788ec385" providerId="ADAL" clId="{28E738DF-29E1-46A8-86AB-86F3687E81D9}" dt="2026-03-18T01:14:24.433" v="2996" actId="478"/>
          <ac:spMkLst>
            <pc:docMk/>
            <pc:sldMk cId="1109027084" sldId="264"/>
            <ac:spMk id="2" creationId="{B2BA93BE-9428-E9D1-9A49-9CC59038DB4F}"/>
          </ac:spMkLst>
        </pc:spChg>
        <pc:spChg chg="del">
          <ac:chgData name="SHIN HYUN KIL" userId="d5bffe1d-586f-4b28-9005-eb11788ec385" providerId="ADAL" clId="{28E738DF-29E1-46A8-86AB-86F3687E81D9}" dt="2026-03-18T01:14:24.433" v="2996" actId="478"/>
          <ac:spMkLst>
            <pc:docMk/>
            <pc:sldMk cId="1109027084" sldId="264"/>
            <ac:spMk id="3" creationId="{1B02F3FD-B475-3375-D372-D5CB2F38ED5E}"/>
          </ac:spMkLst>
        </pc:spChg>
        <pc:spChg chg="add mod">
          <ac:chgData name="SHIN HYUN KIL" userId="d5bffe1d-586f-4b28-9005-eb11788ec385" providerId="ADAL" clId="{28E738DF-29E1-46A8-86AB-86F3687E81D9}" dt="2026-03-18T01:22:48.232" v="3670" actId="20577"/>
          <ac:spMkLst>
            <pc:docMk/>
            <pc:sldMk cId="1109027084" sldId="264"/>
            <ac:spMk id="6" creationId="{B8217F16-C233-2B30-FDEC-F06328981907}"/>
          </ac:spMkLst>
        </pc:spChg>
        <pc:spChg chg="add del mod">
          <ac:chgData name="SHIN HYUN KIL" userId="d5bffe1d-586f-4b28-9005-eb11788ec385" providerId="ADAL" clId="{28E738DF-29E1-46A8-86AB-86F3687E81D9}" dt="2026-03-18T01:22:15.069" v="3647" actId="478"/>
          <ac:spMkLst>
            <pc:docMk/>
            <pc:sldMk cId="1109027084" sldId="264"/>
            <ac:spMk id="7" creationId="{0EB3238B-B6E2-04A1-B755-866B987D7216}"/>
          </ac:spMkLst>
        </pc:spChg>
        <pc:picChg chg="add">
          <ac:chgData name="SHIN HYUN KIL" userId="d5bffe1d-586f-4b28-9005-eb11788ec385" providerId="ADAL" clId="{28E738DF-29E1-46A8-86AB-86F3687E81D9}" dt="2026-03-18T01:14:24.533" v="2997" actId="22"/>
          <ac:picMkLst>
            <pc:docMk/>
            <pc:sldMk cId="1109027084" sldId="264"/>
            <ac:picMk id="5" creationId="{2755497F-E0CF-62D3-E47F-CC12EC91D969}"/>
          </ac:picMkLst>
        </pc:picChg>
      </pc:sldChg>
      <pc:sldChg chg="addSp delSp modSp new del mod">
        <pc:chgData name="SHIN HYUN KIL" userId="d5bffe1d-586f-4b28-9005-eb11788ec385" providerId="ADAL" clId="{28E738DF-29E1-46A8-86AB-86F3687E81D9}" dt="2026-03-18T01:37:44.500" v="4307" actId="47"/>
        <pc:sldMkLst>
          <pc:docMk/>
          <pc:sldMk cId="814864644" sldId="265"/>
        </pc:sldMkLst>
        <pc:spChg chg="del">
          <ac:chgData name="SHIN HYUN KIL" userId="d5bffe1d-586f-4b28-9005-eb11788ec385" providerId="ADAL" clId="{28E738DF-29E1-46A8-86AB-86F3687E81D9}" dt="2026-03-18T01:14:54.014" v="2999" actId="478"/>
          <ac:spMkLst>
            <pc:docMk/>
            <pc:sldMk cId="814864644" sldId="265"/>
            <ac:spMk id="2" creationId="{5DC18F79-B2EC-4386-1274-5F9653B00950}"/>
          </ac:spMkLst>
        </pc:spChg>
        <pc:spChg chg="del">
          <ac:chgData name="SHIN HYUN KIL" userId="d5bffe1d-586f-4b28-9005-eb11788ec385" providerId="ADAL" clId="{28E738DF-29E1-46A8-86AB-86F3687E81D9}" dt="2026-03-18T01:14:54.014" v="2999" actId="478"/>
          <ac:spMkLst>
            <pc:docMk/>
            <pc:sldMk cId="814864644" sldId="265"/>
            <ac:spMk id="3" creationId="{78418C98-1237-AB5F-9130-C244D6E398FF}"/>
          </ac:spMkLst>
        </pc:spChg>
        <pc:spChg chg="add mod">
          <ac:chgData name="SHIN HYUN KIL" userId="d5bffe1d-586f-4b28-9005-eb11788ec385" providerId="ADAL" clId="{28E738DF-29E1-46A8-86AB-86F3687E81D9}" dt="2026-03-18T01:23:02.634" v="3709" actId="20577"/>
          <ac:spMkLst>
            <pc:docMk/>
            <pc:sldMk cId="814864644" sldId="265"/>
            <ac:spMk id="6" creationId="{0DFD3D62-2C48-872F-F244-C06CFF1A358E}"/>
          </ac:spMkLst>
        </pc:spChg>
        <pc:picChg chg="add">
          <ac:chgData name="SHIN HYUN KIL" userId="d5bffe1d-586f-4b28-9005-eb11788ec385" providerId="ADAL" clId="{28E738DF-29E1-46A8-86AB-86F3687E81D9}" dt="2026-03-18T01:14:54.288" v="3000" actId="22"/>
          <ac:picMkLst>
            <pc:docMk/>
            <pc:sldMk cId="814864644" sldId="265"/>
            <ac:picMk id="5" creationId="{7519C3EC-13A0-DFCF-7A24-2D2CAB608561}"/>
          </ac:picMkLst>
        </pc:picChg>
      </pc:sldChg>
      <pc:sldChg chg="addSp delSp modSp new del mod">
        <pc:chgData name="SHIN HYUN KIL" userId="d5bffe1d-586f-4b28-9005-eb11788ec385" providerId="ADAL" clId="{28E738DF-29E1-46A8-86AB-86F3687E81D9}" dt="2026-03-18T01:37:44.500" v="4307" actId="47"/>
        <pc:sldMkLst>
          <pc:docMk/>
          <pc:sldMk cId="4111915984" sldId="266"/>
        </pc:sldMkLst>
        <pc:spChg chg="del">
          <ac:chgData name="SHIN HYUN KIL" userId="d5bffe1d-586f-4b28-9005-eb11788ec385" providerId="ADAL" clId="{28E738DF-29E1-46A8-86AB-86F3687E81D9}" dt="2026-03-18T01:15:27.454" v="3002" actId="478"/>
          <ac:spMkLst>
            <pc:docMk/>
            <pc:sldMk cId="4111915984" sldId="266"/>
            <ac:spMk id="2" creationId="{1039AB8E-AE08-9433-1D01-5DF3646C7539}"/>
          </ac:spMkLst>
        </pc:spChg>
        <pc:spChg chg="del">
          <ac:chgData name="SHIN HYUN KIL" userId="d5bffe1d-586f-4b28-9005-eb11788ec385" providerId="ADAL" clId="{28E738DF-29E1-46A8-86AB-86F3687E81D9}" dt="2026-03-18T01:15:27.454" v="3002" actId="478"/>
          <ac:spMkLst>
            <pc:docMk/>
            <pc:sldMk cId="4111915984" sldId="266"/>
            <ac:spMk id="3" creationId="{3C75BB9F-729B-2A42-6069-CCE421AA1BB9}"/>
          </ac:spMkLst>
        </pc:spChg>
        <pc:spChg chg="add mod">
          <ac:chgData name="SHIN HYUN KIL" userId="d5bffe1d-586f-4b28-9005-eb11788ec385" providerId="ADAL" clId="{28E738DF-29E1-46A8-86AB-86F3687E81D9}" dt="2026-03-18T01:20:14.251" v="3449" actId="20577"/>
          <ac:spMkLst>
            <pc:docMk/>
            <pc:sldMk cId="4111915984" sldId="266"/>
            <ac:spMk id="6" creationId="{1B31FD71-3C5E-77A8-A7A5-ED628C6D1565}"/>
          </ac:spMkLst>
        </pc:spChg>
        <pc:spChg chg="add mod">
          <ac:chgData name="SHIN HYUN KIL" userId="d5bffe1d-586f-4b28-9005-eb11788ec385" providerId="ADAL" clId="{28E738DF-29E1-46A8-86AB-86F3687E81D9}" dt="2026-03-18T01:19:32.444" v="3306" actId="208"/>
          <ac:spMkLst>
            <pc:docMk/>
            <pc:sldMk cId="4111915984" sldId="266"/>
            <ac:spMk id="7" creationId="{D0AC4E5E-A9A4-D974-0FE3-49BE5436A8DE}"/>
          </ac:spMkLst>
        </pc:spChg>
        <pc:picChg chg="add">
          <ac:chgData name="SHIN HYUN KIL" userId="d5bffe1d-586f-4b28-9005-eb11788ec385" providerId="ADAL" clId="{28E738DF-29E1-46A8-86AB-86F3687E81D9}" dt="2026-03-18T01:15:27.645" v="3003" actId="22"/>
          <ac:picMkLst>
            <pc:docMk/>
            <pc:sldMk cId="4111915984" sldId="266"/>
            <ac:picMk id="5" creationId="{66C960FB-C6E9-2E86-7CC4-33E39D9169A5}"/>
          </ac:picMkLst>
        </pc:picChg>
      </pc:sldChg>
      <pc:sldChg chg="addSp delSp modSp new del mod">
        <pc:chgData name="SHIN HYUN KIL" userId="d5bffe1d-586f-4b28-9005-eb11788ec385" providerId="ADAL" clId="{28E738DF-29E1-46A8-86AB-86F3687E81D9}" dt="2026-03-18T01:37:44.500" v="4307" actId="47"/>
        <pc:sldMkLst>
          <pc:docMk/>
          <pc:sldMk cId="2665921868" sldId="267"/>
        </pc:sldMkLst>
        <pc:spChg chg="del">
          <ac:chgData name="SHIN HYUN KIL" userId="d5bffe1d-586f-4b28-9005-eb11788ec385" providerId="ADAL" clId="{28E738DF-29E1-46A8-86AB-86F3687E81D9}" dt="2026-03-18T01:15:48.700" v="3005" actId="478"/>
          <ac:spMkLst>
            <pc:docMk/>
            <pc:sldMk cId="2665921868" sldId="267"/>
            <ac:spMk id="2" creationId="{39FEA6CF-FE45-4493-2547-F6295FE53A52}"/>
          </ac:spMkLst>
        </pc:spChg>
        <pc:spChg chg="del">
          <ac:chgData name="SHIN HYUN KIL" userId="d5bffe1d-586f-4b28-9005-eb11788ec385" providerId="ADAL" clId="{28E738DF-29E1-46A8-86AB-86F3687E81D9}" dt="2026-03-18T01:15:48.700" v="3005" actId="478"/>
          <ac:spMkLst>
            <pc:docMk/>
            <pc:sldMk cId="2665921868" sldId="267"/>
            <ac:spMk id="3" creationId="{B61242DB-09A8-4CB7-8A38-445C34CF9285}"/>
          </ac:spMkLst>
        </pc:spChg>
        <pc:spChg chg="add mod">
          <ac:chgData name="SHIN HYUN KIL" userId="d5bffe1d-586f-4b28-9005-eb11788ec385" providerId="ADAL" clId="{28E738DF-29E1-46A8-86AB-86F3687E81D9}" dt="2026-03-18T01:20:31.647" v="3534" actId="20577"/>
          <ac:spMkLst>
            <pc:docMk/>
            <pc:sldMk cId="2665921868" sldId="267"/>
            <ac:spMk id="6" creationId="{587159D8-1EF5-FD09-7EBC-5FDCA7716EB4}"/>
          </ac:spMkLst>
        </pc:spChg>
        <pc:spChg chg="add mod">
          <ac:chgData name="SHIN HYUN KIL" userId="d5bffe1d-586f-4b28-9005-eb11788ec385" providerId="ADAL" clId="{28E738DF-29E1-46A8-86AB-86F3687E81D9}" dt="2026-03-18T01:20:38.602" v="3536" actId="1076"/>
          <ac:spMkLst>
            <pc:docMk/>
            <pc:sldMk cId="2665921868" sldId="267"/>
            <ac:spMk id="7" creationId="{269ED868-9623-FEE0-4788-F6EEEB2C2297}"/>
          </ac:spMkLst>
        </pc:spChg>
        <pc:picChg chg="add">
          <ac:chgData name="SHIN HYUN KIL" userId="d5bffe1d-586f-4b28-9005-eb11788ec385" providerId="ADAL" clId="{28E738DF-29E1-46A8-86AB-86F3687E81D9}" dt="2026-03-18T01:15:48.988" v="3006" actId="22"/>
          <ac:picMkLst>
            <pc:docMk/>
            <pc:sldMk cId="2665921868" sldId="267"/>
            <ac:picMk id="5" creationId="{BEF4CC5A-4A47-E81F-FF8D-FD267D7B62EC}"/>
          </ac:picMkLst>
        </pc:picChg>
      </pc:sldChg>
      <pc:sldChg chg="addSp delSp modSp new del mod">
        <pc:chgData name="SHIN HYUN KIL" userId="d5bffe1d-586f-4b28-9005-eb11788ec385" providerId="ADAL" clId="{28E738DF-29E1-46A8-86AB-86F3687E81D9}" dt="2026-03-18T01:37:44.500" v="4307" actId="47"/>
        <pc:sldMkLst>
          <pc:docMk/>
          <pc:sldMk cId="874367459" sldId="268"/>
        </pc:sldMkLst>
        <pc:spChg chg="del">
          <ac:chgData name="SHIN HYUN KIL" userId="d5bffe1d-586f-4b28-9005-eb11788ec385" providerId="ADAL" clId="{28E738DF-29E1-46A8-86AB-86F3687E81D9}" dt="2026-03-18T01:16:12.799" v="3008" actId="478"/>
          <ac:spMkLst>
            <pc:docMk/>
            <pc:sldMk cId="874367459" sldId="268"/>
            <ac:spMk id="2" creationId="{6719B2DE-4AA5-1437-0E78-3C729DCEF36A}"/>
          </ac:spMkLst>
        </pc:spChg>
        <pc:spChg chg="del">
          <ac:chgData name="SHIN HYUN KIL" userId="d5bffe1d-586f-4b28-9005-eb11788ec385" providerId="ADAL" clId="{28E738DF-29E1-46A8-86AB-86F3687E81D9}" dt="2026-03-18T01:16:12.799" v="3008" actId="478"/>
          <ac:spMkLst>
            <pc:docMk/>
            <pc:sldMk cId="874367459" sldId="268"/>
            <ac:spMk id="3" creationId="{25FC311D-A44A-3585-A6C4-A82059A03552}"/>
          </ac:spMkLst>
        </pc:spChg>
        <pc:spChg chg="add mod">
          <ac:chgData name="SHIN HYUN KIL" userId="d5bffe1d-586f-4b28-9005-eb11788ec385" providerId="ADAL" clId="{28E738DF-29E1-46A8-86AB-86F3687E81D9}" dt="2026-03-18T01:22:29.930" v="3669" actId="20577"/>
          <ac:spMkLst>
            <pc:docMk/>
            <pc:sldMk cId="874367459" sldId="268"/>
            <ac:spMk id="6" creationId="{EF30BA58-B904-08D9-2D80-821202017A4B}"/>
          </ac:spMkLst>
        </pc:spChg>
        <pc:picChg chg="add">
          <ac:chgData name="SHIN HYUN KIL" userId="d5bffe1d-586f-4b28-9005-eb11788ec385" providerId="ADAL" clId="{28E738DF-29E1-46A8-86AB-86F3687E81D9}" dt="2026-03-18T01:16:13.188" v="3009" actId="22"/>
          <ac:picMkLst>
            <pc:docMk/>
            <pc:sldMk cId="874367459" sldId="268"/>
            <ac:picMk id="5" creationId="{2AA73F36-FE8A-7D0B-A125-7D18A8D72CCF}"/>
          </ac:picMkLst>
        </pc:picChg>
      </pc:sldChg>
      <pc:sldChg chg="addSp delSp modSp new del mod">
        <pc:chgData name="SHIN HYUN KIL" userId="d5bffe1d-586f-4b28-9005-eb11788ec385" providerId="ADAL" clId="{28E738DF-29E1-46A8-86AB-86F3687E81D9}" dt="2026-03-18T01:37:44.500" v="4307" actId="47"/>
        <pc:sldMkLst>
          <pc:docMk/>
          <pc:sldMk cId="3626996977" sldId="269"/>
        </pc:sldMkLst>
        <pc:spChg chg="del">
          <ac:chgData name="SHIN HYUN KIL" userId="d5bffe1d-586f-4b28-9005-eb11788ec385" providerId="ADAL" clId="{28E738DF-29E1-46A8-86AB-86F3687E81D9}" dt="2026-03-18T01:16:41.956" v="3011" actId="478"/>
          <ac:spMkLst>
            <pc:docMk/>
            <pc:sldMk cId="3626996977" sldId="269"/>
            <ac:spMk id="2" creationId="{A49B38AF-3B11-588D-C2A5-937A47EEA8A2}"/>
          </ac:spMkLst>
        </pc:spChg>
        <pc:spChg chg="del">
          <ac:chgData name="SHIN HYUN KIL" userId="d5bffe1d-586f-4b28-9005-eb11788ec385" providerId="ADAL" clId="{28E738DF-29E1-46A8-86AB-86F3687E81D9}" dt="2026-03-18T01:16:41.956" v="3011" actId="478"/>
          <ac:spMkLst>
            <pc:docMk/>
            <pc:sldMk cId="3626996977" sldId="269"/>
            <ac:spMk id="3" creationId="{4136B958-E927-25AE-EFDD-4EFD3EBB60C4}"/>
          </ac:spMkLst>
        </pc:spChg>
        <pc:spChg chg="add mod">
          <ac:chgData name="SHIN HYUN KIL" userId="d5bffe1d-586f-4b28-9005-eb11788ec385" providerId="ADAL" clId="{28E738DF-29E1-46A8-86AB-86F3687E81D9}" dt="2026-03-18T01:21:31.122" v="3642" actId="14100"/>
          <ac:spMkLst>
            <pc:docMk/>
            <pc:sldMk cId="3626996977" sldId="269"/>
            <ac:spMk id="10" creationId="{6B08EBC9-D99C-788B-E3C6-80225F6F7076}"/>
          </ac:spMkLst>
        </pc:spChg>
        <pc:picChg chg="add del">
          <ac:chgData name="SHIN HYUN KIL" userId="d5bffe1d-586f-4b28-9005-eb11788ec385" providerId="ADAL" clId="{28E738DF-29E1-46A8-86AB-86F3687E81D9}" dt="2026-03-18T01:16:45.678" v="3013" actId="478"/>
          <ac:picMkLst>
            <pc:docMk/>
            <pc:sldMk cId="3626996977" sldId="269"/>
            <ac:picMk id="5" creationId="{0EB2EC6A-10A8-0F3F-966C-E9B3384160BC}"/>
          </ac:picMkLst>
        </pc:picChg>
        <pc:picChg chg="add del">
          <ac:chgData name="SHIN HYUN KIL" userId="d5bffe1d-586f-4b28-9005-eb11788ec385" providerId="ADAL" clId="{28E738DF-29E1-46A8-86AB-86F3687E81D9}" dt="2026-03-18T01:17:02.041" v="3015" actId="478"/>
          <ac:picMkLst>
            <pc:docMk/>
            <pc:sldMk cId="3626996977" sldId="269"/>
            <ac:picMk id="7" creationId="{4153F0A8-0C8A-5F38-91EE-752A8713D230}"/>
          </ac:picMkLst>
        </pc:picChg>
        <pc:picChg chg="add">
          <ac:chgData name="SHIN HYUN KIL" userId="d5bffe1d-586f-4b28-9005-eb11788ec385" providerId="ADAL" clId="{28E738DF-29E1-46A8-86AB-86F3687E81D9}" dt="2026-03-18T01:17:15.171" v="3016" actId="22"/>
          <ac:picMkLst>
            <pc:docMk/>
            <pc:sldMk cId="3626996977" sldId="269"/>
            <ac:picMk id="9" creationId="{3B9D67BF-8119-8FDD-8C55-66D0F83C5790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18T01:32:16.518" v="4305" actId="478"/>
        <pc:sldMkLst>
          <pc:docMk/>
          <pc:sldMk cId="3993572638" sldId="270"/>
        </pc:sldMkLst>
        <pc:spChg chg="del mod">
          <ac:chgData name="SHIN HYUN KIL" userId="d5bffe1d-586f-4b28-9005-eb11788ec385" providerId="ADAL" clId="{28E738DF-29E1-46A8-86AB-86F3687E81D9}" dt="2026-03-18T01:25:25.344" v="3827" actId="478"/>
          <ac:spMkLst>
            <pc:docMk/>
            <pc:sldMk cId="3993572638" sldId="270"/>
            <ac:spMk id="2" creationId="{94DE6F95-0925-B27F-FB10-34F4FC2CCA07}"/>
          </ac:spMkLst>
        </pc:spChg>
        <pc:spChg chg="del mod">
          <ac:chgData name="SHIN HYUN KIL" userId="d5bffe1d-586f-4b28-9005-eb11788ec385" providerId="ADAL" clId="{28E738DF-29E1-46A8-86AB-86F3687E81D9}" dt="2026-03-18T01:25:25.344" v="3827" actId="478"/>
          <ac:spMkLst>
            <pc:docMk/>
            <pc:sldMk cId="3993572638" sldId="270"/>
            <ac:spMk id="3" creationId="{97B9577A-7E39-514E-9BF5-3D6EDF3A8F75}"/>
          </ac:spMkLst>
        </pc:spChg>
        <pc:spChg chg="add mod">
          <ac:chgData name="SHIN HYUN KIL" userId="d5bffe1d-586f-4b28-9005-eb11788ec385" providerId="ADAL" clId="{28E738DF-29E1-46A8-86AB-86F3687E81D9}" dt="2026-03-18T01:25:25.344" v="3827" actId="478"/>
          <ac:spMkLst>
            <pc:docMk/>
            <pc:sldMk cId="3993572638" sldId="270"/>
            <ac:spMk id="5" creationId="{269F79B6-941F-E617-F88D-214D52E4B7B0}"/>
          </ac:spMkLst>
        </pc:spChg>
        <pc:spChg chg="add mod">
          <ac:chgData name="SHIN HYUN KIL" userId="d5bffe1d-586f-4b28-9005-eb11788ec385" providerId="ADAL" clId="{28E738DF-29E1-46A8-86AB-86F3687E81D9}" dt="2026-03-18T01:25:25.344" v="3827" actId="478"/>
          <ac:spMkLst>
            <pc:docMk/>
            <pc:sldMk cId="3993572638" sldId="270"/>
            <ac:spMk id="7" creationId="{69543E1A-4BD0-C9A7-F49A-0A43B4BD6217}"/>
          </ac:spMkLst>
        </pc:spChg>
        <pc:spChg chg="add del mod">
          <ac:chgData name="SHIN HYUN KIL" userId="d5bffe1d-586f-4b28-9005-eb11788ec385" providerId="ADAL" clId="{28E738DF-29E1-46A8-86AB-86F3687E81D9}" dt="2026-03-18T01:27:28.633" v="3944" actId="478"/>
          <ac:spMkLst>
            <pc:docMk/>
            <pc:sldMk cId="3993572638" sldId="270"/>
            <ac:spMk id="10" creationId="{0C0F080C-FA64-1CC9-AB4D-209B4CD4BBD4}"/>
          </ac:spMkLst>
        </pc:spChg>
        <pc:spChg chg="add del mod">
          <ac:chgData name="SHIN HYUN KIL" userId="d5bffe1d-586f-4b28-9005-eb11788ec385" providerId="ADAL" clId="{28E738DF-29E1-46A8-86AB-86F3687E81D9}" dt="2026-03-18T01:32:16.518" v="4305" actId="478"/>
          <ac:spMkLst>
            <pc:docMk/>
            <pc:sldMk cId="3993572638" sldId="270"/>
            <ac:spMk id="11" creationId="{F96CD543-2D92-9EC2-10B1-7ECD2D0DC608}"/>
          </ac:spMkLst>
        </pc:spChg>
        <pc:picChg chg="add">
          <ac:chgData name="SHIN HYUN KIL" userId="d5bffe1d-586f-4b28-9005-eb11788ec385" providerId="ADAL" clId="{28E738DF-29E1-46A8-86AB-86F3687E81D9}" dt="2026-03-18T01:25:25.501" v="3828" actId="22"/>
          <ac:picMkLst>
            <pc:docMk/>
            <pc:sldMk cId="3993572638" sldId="270"/>
            <ac:picMk id="9" creationId="{EC1B19DC-091F-FB60-548F-34466F22579E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18T01:31:17.150" v="4255" actId="208"/>
        <pc:sldMkLst>
          <pc:docMk/>
          <pc:sldMk cId="3081053245" sldId="271"/>
        </pc:sldMkLst>
        <pc:spChg chg="del">
          <ac:chgData name="SHIN HYUN KIL" userId="d5bffe1d-586f-4b28-9005-eb11788ec385" providerId="ADAL" clId="{28E738DF-29E1-46A8-86AB-86F3687E81D9}" dt="2026-03-18T01:27:24.953" v="3943" actId="478"/>
          <ac:spMkLst>
            <pc:docMk/>
            <pc:sldMk cId="3081053245" sldId="271"/>
            <ac:spMk id="2" creationId="{E988B68B-BA4D-E0CF-B597-6E958A1A4722}"/>
          </ac:spMkLst>
        </pc:spChg>
        <pc:spChg chg="del">
          <ac:chgData name="SHIN HYUN KIL" userId="d5bffe1d-586f-4b28-9005-eb11788ec385" providerId="ADAL" clId="{28E738DF-29E1-46A8-86AB-86F3687E81D9}" dt="2026-03-18T01:27:24.953" v="3943" actId="478"/>
          <ac:spMkLst>
            <pc:docMk/>
            <pc:sldMk cId="3081053245" sldId="271"/>
            <ac:spMk id="3" creationId="{FA1859AB-F1DE-102D-903D-0ADBA36DE79B}"/>
          </ac:spMkLst>
        </pc:spChg>
        <pc:spChg chg="add mod">
          <ac:chgData name="SHIN HYUN KIL" userId="d5bffe1d-586f-4b28-9005-eb11788ec385" providerId="ADAL" clId="{28E738DF-29E1-46A8-86AB-86F3687E81D9}" dt="2026-03-18T01:30:38.653" v="4241" actId="207"/>
          <ac:spMkLst>
            <pc:docMk/>
            <pc:sldMk cId="3081053245" sldId="271"/>
            <ac:spMk id="6" creationId="{864C905C-D19E-6762-B934-D5F83780F0DE}"/>
          </ac:spMkLst>
        </pc:spChg>
        <pc:spChg chg="add mod">
          <ac:chgData name="SHIN HYUN KIL" userId="d5bffe1d-586f-4b28-9005-eb11788ec385" providerId="ADAL" clId="{28E738DF-29E1-46A8-86AB-86F3687E81D9}" dt="2026-03-18T01:30:18.913" v="4238" actId="1076"/>
          <ac:spMkLst>
            <pc:docMk/>
            <pc:sldMk cId="3081053245" sldId="271"/>
            <ac:spMk id="7" creationId="{57ADA4B3-16E5-4BFA-C8CB-923A19FD65A0}"/>
          </ac:spMkLst>
        </pc:spChg>
        <pc:spChg chg="add mod">
          <ac:chgData name="SHIN HYUN KIL" userId="d5bffe1d-586f-4b28-9005-eb11788ec385" providerId="ADAL" clId="{28E738DF-29E1-46A8-86AB-86F3687E81D9}" dt="2026-03-18T01:30:18.913" v="4238" actId="1076"/>
          <ac:spMkLst>
            <pc:docMk/>
            <pc:sldMk cId="3081053245" sldId="271"/>
            <ac:spMk id="8" creationId="{693BE19D-E0BA-3C00-F1BE-0CB26949FA40}"/>
          </ac:spMkLst>
        </pc:spChg>
        <pc:spChg chg="add mod">
          <ac:chgData name="SHIN HYUN KIL" userId="d5bffe1d-586f-4b28-9005-eb11788ec385" providerId="ADAL" clId="{28E738DF-29E1-46A8-86AB-86F3687E81D9}" dt="2026-03-18T01:30:18.913" v="4238" actId="1076"/>
          <ac:spMkLst>
            <pc:docMk/>
            <pc:sldMk cId="3081053245" sldId="271"/>
            <ac:spMk id="9" creationId="{2D68D8FC-35F5-C3B4-195B-2CB3199F5347}"/>
          </ac:spMkLst>
        </pc:spChg>
        <pc:spChg chg="add mod">
          <ac:chgData name="SHIN HYUN KIL" userId="d5bffe1d-586f-4b28-9005-eb11788ec385" providerId="ADAL" clId="{28E738DF-29E1-46A8-86AB-86F3687E81D9}" dt="2026-03-18T01:30:18.913" v="4238" actId="1076"/>
          <ac:spMkLst>
            <pc:docMk/>
            <pc:sldMk cId="3081053245" sldId="271"/>
            <ac:spMk id="10" creationId="{AD20E39B-9ECF-690F-E85D-CBE71B5AD4E2}"/>
          </ac:spMkLst>
        </pc:spChg>
        <pc:spChg chg="add mod">
          <ac:chgData name="SHIN HYUN KIL" userId="d5bffe1d-586f-4b28-9005-eb11788ec385" providerId="ADAL" clId="{28E738DF-29E1-46A8-86AB-86F3687E81D9}" dt="2026-03-18T01:30:18.913" v="4238" actId="1076"/>
          <ac:spMkLst>
            <pc:docMk/>
            <pc:sldMk cId="3081053245" sldId="271"/>
            <ac:spMk id="12" creationId="{2690BAB5-D0AB-1004-1B54-92404EAA1DE2}"/>
          </ac:spMkLst>
        </pc:spChg>
        <pc:spChg chg="add mod">
          <ac:chgData name="SHIN HYUN KIL" userId="d5bffe1d-586f-4b28-9005-eb11788ec385" providerId="ADAL" clId="{28E738DF-29E1-46A8-86AB-86F3687E81D9}" dt="2026-03-18T01:30:18.913" v="4238" actId="1076"/>
          <ac:spMkLst>
            <pc:docMk/>
            <pc:sldMk cId="3081053245" sldId="271"/>
            <ac:spMk id="13" creationId="{DDA4113D-B06A-204A-F9C1-E9DC45014374}"/>
          </ac:spMkLst>
        </pc:spChg>
        <pc:spChg chg="add mod">
          <ac:chgData name="SHIN HYUN KIL" userId="d5bffe1d-586f-4b28-9005-eb11788ec385" providerId="ADAL" clId="{28E738DF-29E1-46A8-86AB-86F3687E81D9}" dt="2026-03-18T01:30:18.913" v="4238" actId="1076"/>
          <ac:spMkLst>
            <pc:docMk/>
            <pc:sldMk cId="3081053245" sldId="271"/>
            <ac:spMk id="14" creationId="{C5C3780E-0F17-9AB5-19D2-2C28F16C2333}"/>
          </ac:spMkLst>
        </pc:spChg>
        <pc:spChg chg="add mod">
          <ac:chgData name="SHIN HYUN KIL" userId="d5bffe1d-586f-4b28-9005-eb11788ec385" providerId="ADAL" clId="{28E738DF-29E1-46A8-86AB-86F3687E81D9}" dt="2026-03-18T01:30:18.913" v="4238" actId="1076"/>
          <ac:spMkLst>
            <pc:docMk/>
            <pc:sldMk cId="3081053245" sldId="271"/>
            <ac:spMk id="15" creationId="{13B31A53-DC5D-7AF4-0A00-EAC29BE5145D}"/>
          </ac:spMkLst>
        </pc:spChg>
        <pc:spChg chg="add mod">
          <ac:chgData name="SHIN HYUN KIL" userId="d5bffe1d-586f-4b28-9005-eb11788ec385" providerId="ADAL" clId="{28E738DF-29E1-46A8-86AB-86F3687E81D9}" dt="2026-03-18T01:30:54.289" v="4246" actId="1076"/>
          <ac:spMkLst>
            <pc:docMk/>
            <pc:sldMk cId="3081053245" sldId="271"/>
            <ac:spMk id="16" creationId="{A4D3478F-27A3-677D-A8C4-2F895E785912}"/>
          </ac:spMkLst>
        </pc:spChg>
        <pc:spChg chg="add mod">
          <ac:chgData name="SHIN HYUN KIL" userId="d5bffe1d-586f-4b28-9005-eb11788ec385" providerId="ADAL" clId="{28E738DF-29E1-46A8-86AB-86F3687E81D9}" dt="2026-03-18T01:31:05.454" v="4251" actId="208"/>
          <ac:spMkLst>
            <pc:docMk/>
            <pc:sldMk cId="3081053245" sldId="271"/>
            <ac:spMk id="17" creationId="{863850B8-5751-7D35-81E0-9E6D18C11BC7}"/>
          </ac:spMkLst>
        </pc:spChg>
        <pc:spChg chg="add mod">
          <ac:chgData name="SHIN HYUN KIL" userId="d5bffe1d-586f-4b28-9005-eb11788ec385" providerId="ADAL" clId="{28E738DF-29E1-46A8-86AB-86F3687E81D9}" dt="2026-03-18T01:31:17.150" v="4255" actId="208"/>
          <ac:spMkLst>
            <pc:docMk/>
            <pc:sldMk cId="3081053245" sldId="271"/>
            <ac:spMk id="18" creationId="{B8F980D9-E7AB-9AAA-9046-F259BF1B1FE6}"/>
          </ac:spMkLst>
        </pc:spChg>
        <pc:picChg chg="add mod">
          <ac:chgData name="SHIN HYUN KIL" userId="d5bffe1d-586f-4b28-9005-eb11788ec385" providerId="ADAL" clId="{28E738DF-29E1-46A8-86AB-86F3687E81D9}" dt="2026-03-18T01:27:49.315" v="3946" actId="1076"/>
          <ac:picMkLst>
            <pc:docMk/>
            <pc:sldMk cId="3081053245" sldId="271"/>
            <ac:picMk id="5" creationId="{AF94A9AE-54A4-E3A7-DB55-D2A7EB28CA37}"/>
          </ac:picMkLst>
        </pc:picChg>
      </pc:sldChg>
      <pc:sldChg chg="new del">
        <pc:chgData name="SHIN HYUN KIL" userId="d5bffe1d-586f-4b28-9005-eb11788ec385" providerId="ADAL" clId="{28E738DF-29E1-46A8-86AB-86F3687E81D9}" dt="2026-03-18T01:27:57.465" v="3949" actId="47"/>
        <pc:sldMkLst>
          <pc:docMk/>
          <pc:sldMk cId="2137729484" sldId="272"/>
        </pc:sldMkLst>
      </pc:sldChg>
      <pc:sldChg chg="modSp new mod">
        <pc:chgData name="SHIN HYUN KIL" userId="d5bffe1d-586f-4b28-9005-eb11788ec385" providerId="ADAL" clId="{28E738DF-29E1-46A8-86AB-86F3687E81D9}" dt="2026-03-18T02:08:56.295" v="5064" actId="20577"/>
        <pc:sldMkLst>
          <pc:docMk/>
          <pc:sldMk cId="2778861354" sldId="272"/>
        </pc:sldMkLst>
        <pc:spChg chg="mod">
          <ac:chgData name="SHIN HYUN KIL" userId="d5bffe1d-586f-4b28-9005-eb11788ec385" providerId="ADAL" clId="{28E738DF-29E1-46A8-86AB-86F3687E81D9}" dt="2026-03-18T02:05:54.148" v="4343" actId="20577"/>
          <ac:spMkLst>
            <pc:docMk/>
            <pc:sldMk cId="2778861354" sldId="272"/>
            <ac:spMk id="2" creationId="{ADC89F22-3974-9778-1905-E79A682700AC}"/>
          </ac:spMkLst>
        </pc:spChg>
        <pc:spChg chg="mod">
          <ac:chgData name="SHIN HYUN KIL" userId="d5bffe1d-586f-4b28-9005-eb11788ec385" providerId="ADAL" clId="{28E738DF-29E1-46A8-86AB-86F3687E81D9}" dt="2026-03-18T02:08:56.295" v="5064" actId="20577"/>
          <ac:spMkLst>
            <pc:docMk/>
            <pc:sldMk cId="2778861354" sldId="272"/>
            <ac:spMk id="3" creationId="{654CA44C-3C16-BD3A-B846-D45D0B4A83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BF16C-5C25-8351-4C8F-3BD99784DB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616E59-6548-7A8B-6A20-B58CD38A8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E3B70E-5656-7D81-D06B-F8DA4EB8B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C0D8F-9692-4860-AB8B-A1DDD8D24184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A2D816-B2E8-4874-1ADA-22D333CE7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EF90F2-D01C-023C-5DAF-6432632E5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7E98-4F1E-445B-92E1-FB39EC8988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12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702E3-9696-CF3E-7409-A7DCC8C4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530C1C-7610-6C81-E16B-C4AB77E78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F2BF96-7DA8-04D1-C5B1-44C9AA935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C0D8F-9692-4860-AB8B-A1DDD8D24184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F10B72-ACAD-E10F-DB75-80A5B10D9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9B1091-30FF-37EA-D55F-2C84BCB4C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7E98-4F1E-445B-92E1-FB39EC8988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802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09AF6-A151-57E3-8ECF-AB13F8C60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6BF46B-7D3F-2DE2-B572-A0278AF18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ABD963-AD02-E010-76F0-4F354393C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C0D8F-9692-4860-AB8B-A1DDD8D24184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AF511-B171-53AF-E0A3-76B6325DB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3E0D77-4B6A-1107-A6CF-39004894C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7E98-4F1E-445B-92E1-FB39EC8988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363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F74449-1CEB-19BD-CD66-E2AC694DD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6B5D0E-959F-67B1-8C96-29B15D91F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D3FE7E-F763-33FF-DA3E-E3D33CA5A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FC52AF-DFBE-311C-57B3-94B2D406B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C0D8F-9692-4860-AB8B-A1DDD8D24184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023741-4620-5CD6-9AF4-048CED2F5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9EDA01-A497-76FF-F9EA-44566DEC9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7E98-4F1E-445B-92E1-FB39EC8988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39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33ABB3-A549-DCF2-C39B-6F3BEDE69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FA2587-AAE3-839B-E29F-B6CC739B3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F7DFA6-5BFD-7292-3CD5-4C387B19A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74767E-F3B0-E9F0-CF8E-4781EBED99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DFA743-A52E-4704-7AF5-DFA80205E3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C71C37-880E-2ACE-D955-2C93040DD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C0D8F-9692-4860-AB8B-A1DDD8D24184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EAD24A5-DA6D-5E09-C68C-61618BCA8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7D6287-39CB-8F6D-8CCF-5BBC441B5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7E98-4F1E-445B-92E1-FB39EC8988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167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A382F-DE10-7963-4548-E8FA77C20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EB69F3-97D7-DFEB-E828-6CF691C7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C0D8F-9692-4860-AB8B-A1DDD8D24184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D232D8-94E6-FD4E-31EC-C14688B3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95FC10-1B63-140C-CB13-C62E74D8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7E98-4F1E-445B-92E1-FB39EC8988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470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138FDF8-26AE-0BC9-CFF8-7F5C1963F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C0D8F-9692-4860-AB8B-A1DDD8D24184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4B33B20-9B68-C6A8-AB7D-2C0E45DEA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9E805D-B56E-CCCE-5DC3-7221EDD17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7E98-4F1E-445B-92E1-FB39EC8988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15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DB2195-4497-EDBA-1454-4BF10D64B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55CF4B-F362-B3C1-7691-AB13361A5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12D07F-B908-509C-129E-3ACF7BCB9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57BD1E-AB64-8F65-1008-303CCB51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C0D8F-9692-4860-AB8B-A1DDD8D24184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BE6347-55AA-AC3F-511C-4639482A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3BC152-70BF-7C4B-C7C1-777AA8DEC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7E98-4F1E-445B-92E1-FB39EC8988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649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61C450-F5E0-AC19-A905-47D33ABFF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6B2EFBE-710B-C664-3DAB-97786E18A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71A5F3-8AD6-B122-F073-33B2FC851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C707C8-44ED-21F5-6829-16948D14E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C0D8F-9692-4860-AB8B-A1DDD8D24184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1BCD8F-9DEB-4F6B-8EA7-7C23BAA39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55A948-66EA-71AE-C6D0-0D8A8C9E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7E98-4F1E-445B-92E1-FB39EC8988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989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8A9BA-F3E1-E5CC-4C62-D935657C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304BDB-55E8-15B1-E47A-011BD19FB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20D136-CF2F-F935-C987-D5B1D1D90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C0D8F-9692-4860-AB8B-A1DDD8D24184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B85096-35A4-4667-ED1C-318287F18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25D1F7-DACC-2E95-9318-268B1DAA3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7E98-4F1E-445B-92E1-FB39EC8988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671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6016AD7-4D3C-B68D-C2B9-106FBF4E05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2F57A2-352A-AA28-B9DF-BE5F55993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668432-5B79-9DF4-CB09-2343B5349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C0D8F-9692-4860-AB8B-A1DDD8D24184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61031F-E4E0-0C59-B564-2AB230946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B6880B-C23D-B089-468B-433B3581F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67E98-4F1E-445B-92E1-FB39EC8988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545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29DD752-944F-3926-22B3-B30437649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335CD9-6101-EE45-FDA3-C4F305EFB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9A045-146D-F810-5FBF-46A95E0FF3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C0D8F-9692-4860-AB8B-A1DDD8D24184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CFAE81-D883-FACC-D3DC-91F3D1CE75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7D4339-45BF-97B1-E134-05EC330CA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67E98-4F1E-445B-92E1-FB39EC8988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151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617D3A-9F0F-3748-AEC7-CF5CBCAEAF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ko-KR" altLang="en-US" dirty="0"/>
              <a:t>설치 필요한 소프트웨어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B00A48-C022-A7B5-1150-35DF583F5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351" y="3602037"/>
            <a:ext cx="11476027" cy="283558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Mpi4py </a:t>
            </a:r>
            <a:r>
              <a:rPr lang="ko-KR" altLang="en-US" dirty="0"/>
              <a:t>설치 </a:t>
            </a:r>
            <a:r>
              <a:rPr lang="en-US" altLang="ko-KR" dirty="0"/>
              <a:t>(Anaconda </a:t>
            </a:r>
            <a:r>
              <a:rPr lang="en-US" altLang="ko-KR" dirty="0" err="1"/>
              <a:t>promp</a:t>
            </a:r>
            <a:r>
              <a:rPr lang="ko-KR" altLang="en-US" dirty="0"/>
              <a:t>에서 설치 커맨드 입력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 err="1"/>
              <a:t>conda</a:t>
            </a:r>
            <a:r>
              <a:rPr lang="en-US" altLang="ko-KR" dirty="0"/>
              <a:t> install -c </a:t>
            </a:r>
            <a:r>
              <a:rPr lang="en-US" altLang="ko-KR" dirty="0" err="1"/>
              <a:t>conda</a:t>
            </a:r>
            <a:r>
              <a:rPr lang="en-US" altLang="ko-KR" dirty="0"/>
              <a:t>-forge mpi4py </a:t>
            </a:r>
            <a:r>
              <a:rPr lang="en-US" altLang="ko-KR" dirty="0" err="1"/>
              <a:t>msmpi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32034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9BB575-C99A-FF4B-208A-74A33424E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Pseudo code (</a:t>
            </a:r>
            <a:r>
              <a:rPr lang="ko-KR" altLang="en-US"/>
              <a:t>가짜 코드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4FD42B-4C25-B78E-4F03-62AC134BC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프로그래밍 문법을 무시하고</a:t>
            </a:r>
            <a:r>
              <a:rPr lang="en-US" altLang="ko-KR"/>
              <a:t>, </a:t>
            </a:r>
            <a:r>
              <a:rPr lang="ko-KR" altLang="en-US"/>
              <a:t>코드의 흐름만 기록하는 방식</a:t>
            </a:r>
            <a:endParaRPr lang="en-US" altLang="ko-KR"/>
          </a:p>
          <a:p>
            <a:pPr lvl="1"/>
            <a:r>
              <a:rPr lang="ko-KR" altLang="en-US"/>
              <a:t>코드의 흐름을 먼저 편한 언어로 정리</a:t>
            </a:r>
            <a:endParaRPr lang="en-US" altLang="ko-KR"/>
          </a:p>
          <a:p>
            <a:pPr lvl="1"/>
            <a:r>
              <a:rPr lang="en-US" altLang="ko-KR"/>
              <a:t>LLM</a:t>
            </a:r>
            <a:r>
              <a:rPr lang="ko-KR" altLang="en-US"/>
              <a:t>에게 코드의 흐름에 맞춰서 </a:t>
            </a:r>
            <a:r>
              <a:rPr lang="en-US" altLang="ko-KR"/>
              <a:t>python </a:t>
            </a:r>
            <a:r>
              <a:rPr lang="ko-KR" altLang="en-US"/>
              <a:t>문법에 맞게 변경 요청</a:t>
            </a:r>
            <a:endParaRPr lang="en-US" altLang="ko-KR"/>
          </a:p>
          <a:p>
            <a:r>
              <a:rPr lang="ko-KR" altLang="en-US"/>
              <a:t>예시</a:t>
            </a:r>
            <a:r>
              <a:rPr lang="en-US" altLang="ko-KR"/>
              <a:t> (zinc DB</a:t>
            </a:r>
            <a:r>
              <a:rPr lang="ko-KR" altLang="en-US"/>
              <a:t>에서 </a:t>
            </a:r>
            <a:r>
              <a:rPr lang="en-US" altLang="ko-KR"/>
              <a:t>logP</a:t>
            </a:r>
            <a:r>
              <a:rPr lang="ko-KR" altLang="en-US"/>
              <a:t> 최소 값 찾는 알고리즘</a:t>
            </a:r>
            <a:r>
              <a:rPr lang="en-US" altLang="ko-KR"/>
              <a:t>)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825507-8765-32D4-DC1E-62F3AC572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82" y="3646467"/>
            <a:ext cx="10956509" cy="253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11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88222-0B1C-D2F6-A036-6A18C570B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Big O notation (</a:t>
            </a:r>
            <a:r>
              <a:rPr lang="ko-KR" altLang="en-US" dirty="0" err="1"/>
              <a:t>특</a:t>
            </a:r>
            <a:r>
              <a:rPr lang="en-US" altLang="ko-KR" dirty="0"/>
              <a:t>: </a:t>
            </a:r>
            <a:r>
              <a:rPr lang="ko-KR" altLang="en-US" dirty="0"/>
              <a:t>대충대충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304D00-137D-9BBD-2254-4F2035572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알고리즘의 속도를 대략적으로 기입하는 방식</a:t>
            </a:r>
            <a:endParaRPr lang="en-US" altLang="ko-KR" dirty="0"/>
          </a:p>
          <a:p>
            <a:r>
              <a:rPr lang="ko-KR" altLang="en-US" dirty="0"/>
              <a:t>아래의 </a:t>
            </a:r>
            <a:r>
              <a:rPr lang="en-US" altLang="ko-KR" dirty="0"/>
              <a:t>pseudo code</a:t>
            </a:r>
            <a:r>
              <a:rPr lang="ko-KR" altLang="en-US" dirty="0"/>
              <a:t>는 </a:t>
            </a:r>
            <a:r>
              <a:rPr lang="en-US" altLang="ko-KR" dirty="0"/>
              <a:t>O(n)</a:t>
            </a:r>
          </a:p>
          <a:p>
            <a:pPr lvl="1"/>
            <a:r>
              <a:rPr lang="en-US" altLang="ko-KR" dirty="0"/>
              <a:t>N</a:t>
            </a:r>
            <a:r>
              <a:rPr lang="ko-KR" altLang="en-US" dirty="0"/>
              <a:t>은 데이터 개수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For</a:t>
            </a:r>
            <a:r>
              <a:rPr lang="ko-KR" altLang="en-US" dirty="0"/>
              <a:t>문은 모든 데이터에 순차적으로 접근하는 방식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For</a:t>
            </a:r>
            <a:r>
              <a:rPr lang="ko-KR" altLang="en-US" dirty="0"/>
              <a:t>문을 한번 사용하면 </a:t>
            </a:r>
            <a:r>
              <a:rPr lang="en-US" altLang="ko-KR" dirty="0"/>
              <a:t>O(n)</a:t>
            </a:r>
            <a:r>
              <a:rPr lang="ko-KR" altLang="en-US" dirty="0"/>
              <a:t>으로 표시</a:t>
            </a:r>
            <a:r>
              <a:rPr lang="en-US" altLang="ko-KR" dirty="0"/>
              <a:t>: </a:t>
            </a:r>
            <a:r>
              <a:rPr lang="en-US" altLang="ko-KR" dirty="0" err="1"/>
              <a:t>pandas.dataframe.min</a:t>
            </a:r>
            <a:r>
              <a:rPr lang="en-US" altLang="ko-KR" dirty="0"/>
              <a:t>()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For</a:t>
            </a:r>
            <a:r>
              <a:rPr lang="ko-KR" altLang="en-US" dirty="0"/>
              <a:t>문을 </a:t>
            </a:r>
            <a:r>
              <a:rPr lang="en-US" altLang="ko-KR" dirty="0"/>
              <a:t>2</a:t>
            </a:r>
            <a:r>
              <a:rPr lang="ko-KR" altLang="en-US" dirty="0"/>
              <a:t>번 사용하면</a:t>
            </a:r>
            <a:r>
              <a:rPr lang="en-US" altLang="ko-KR" dirty="0"/>
              <a:t>?? O(n</a:t>
            </a:r>
            <a:r>
              <a:rPr lang="en-US" altLang="ko-KR" baseline="30000" dirty="0"/>
              <a:t>2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434C584-3E95-89A9-83BB-6BD9F5683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310" y="4080848"/>
            <a:ext cx="5287113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975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46F59-6145-2299-9672-F6A100C19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알고리즘 속도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D38250-F0A0-9653-B3A2-7BBD95FEF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Big</a:t>
            </a:r>
            <a:r>
              <a:rPr lang="ko-KR" altLang="en-US" dirty="0"/>
              <a:t> </a:t>
            </a:r>
            <a:r>
              <a:rPr lang="en-US" altLang="ko-KR" dirty="0"/>
              <a:t>O</a:t>
            </a:r>
            <a:r>
              <a:rPr lang="ko-KR" altLang="en-US" dirty="0"/>
              <a:t> </a:t>
            </a:r>
            <a:r>
              <a:rPr lang="en-US" altLang="ko-KR" dirty="0"/>
              <a:t>notation</a:t>
            </a:r>
            <a:r>
              <a:rPr lang="ko-KR" altLang="en-US" dirty="0"/>
              <a:t>은 최악의 상황을 가정하고 속도를 계산</a:t>
            </a:r>
            <a:endParaRPr lang="en-US" altLang="ko-KR" dirty="0"/>
          </a:p>
          <a:p>
            <a:r>
              <a:rPr lang="en-US" altLang="ko-KR" dirty="0"/>
              <a:t>O(1): key</a:t>
            </a:r>
            <a:r>
              <a:rPr lang="ko-KR" altLang="en-US" dirty="0"/>
              <a:t>값이 있는 경우</a:t>
            </a:r>
            <a:endParaRPr lang="en-US" altLang="ko-KR" dirty="0"/>
          </a:p>
          <a:p>
            <a:r>
              <a:rPr lang="en-US" altLang="ko-KR" dirty="0"/>
              <a:t>O(</a:t>
            </a:r>
            <a:r>
              <a:rPr lang="en-US" altLang="ko-KR" dirty="0" err="1"/>
              <a:t>logn</a:t>
            </a:r>
            <a:r>
              <a:rPr lang="en-US" altLang="ko-KR" dirty="0"/>
              <a:t>): </a:t>
            </a:r>
            <a:r>
              <a:rPr lang="ko-KR" altLang="en-US" dirty="0"/>
              <a:t>연산을 할수록 </a:t>
            </a:r>
            <a:r>
              <a:rPr lang="ko-KR" altLang="en-US" dirty="0" err="1"/>
              <a:t>계산량이</a:t>
            </a:r>
            <a:r>
              <a:rPr lang="ko-KR" altLang="en-US" dirty="0"/>
              <a:t> 감소</a:t>
            </a:r>
            <a:endParaRPr lang="en-US" altLang="ko-KR" dirty="0"/>
          </a:p>
          <a:p>
            <a:r>
              <a:rPr lang="en-US" altLang="ko-KR" dirty="0"/>
              <a:t>O(</a:t>
            </a:r>
            <a:r>
              <a:rPr lang="en-US" altLang="ko-KR" dirty="0" err="1"/>
              <a:t>nlogn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O(n</a:t>
            </a:r>
            <a:r>
              <a:rPr lang="en-US" altLang="ko-KR" baseline="30000" dirty="0"/>
              <a:t>3</a:t>
            </a:r>
            <a:r>
              <a:rPr lang="en-US" altLang="ko-KR" dirty="0"/>
              <a:t>): for</a:t>
            </a:r>
            <a:r>
              <a:rPr lang="ko-KR" altLang="en-US" dirty="0"/>
              <a:t>문 내부 연산을 줄일 수 있다면 줄여야 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5D5DDB-88CA-5FD7-EE42-884FF35D7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800" y="4323349"/>
            <a:ext cx="6982799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19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830C0C-7C67-41D6-F728-89E0DAE78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</a:t>
            </a:r>
            <a:r>
              <a:rPr lang="ko-KR" altLang="en-US" dirty="0"/>
              <a:t> </a:t>
            </a:r>
            <a:r>
              <a:rPr lang="en-US" altLang="ko-KR" dirty="0"/>
              <a:t>script</a:t>
            </a:r>
            <a:r>
              <a:rPr lang="ko-KR" altLang="en-US" dirty="0"/>
              <a:t> 실행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97A8534-C349-FF5B-7A57-7BE69D51A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086" y="1528114"/>
            <a:ext cx="10650436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505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02CFF-1B57-C7F5-7077-C9793917C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D7C985BF-A289-A929-3C88-5448A6086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057" y="0"/>
            <a:ext cx="877388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C9BC8F-000E-7007-BA82-BA8888D2F879}"/>
              </a:ext>
            </a:extLst>
          </p:cNvPr>
          <p:cNvSpPr txBox="1"/>
          <p:nvPr/>
        </p:nvSpPr>
        <p:spPr>
          <a:xfrm>
            <a:off x="6944795" y="114000"/>
            <a:ext cx="353814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92D050"/>
                </a:solidFill>
              </a:rPr>
              <a:t>원래 코딩 과정</a:t>
            </a:r>
            <a:endParaRPr lang="en-US" altLang="ko-KR" b="1" dirty="0">
              <a:solidFill>
                <a:srgbClr val="92D050"/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92D050"/>
                </a:solidFill>
              </a:rPr>
              <a:t>Script </a:t>
            </a:r>
            <a:r>
              <a:rPr lang="ko-KR" altLang="en-US" dirty="0">
                <a:solidFill>
                  <a:srgbClr val="92D050"/>
                </a:solidFill>
              </a:rPr>
              <a:t>작성</a:t>
            </a:r>
            <a:endParaRPr lang="en-US" altLang="ko-KR" dirty="0">
              <a:solidFill>
                <a:srgbClr val="92D050"/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92D050"/>
                </a:solidFill>
              </a:rPr>
              <a:t>Python </a:t>
            </a:r>
            <a:r>
              <a:rPr lang="ko-KR" altLang="en-US" dirty="0">
                <a:solidFill>
                  <a:srgbClr val="92D050"/>
                </a:solidFill>
              </a:rPr>
              <a:t>커맨드로 코드 실행</a:t>
            </a:r>
            <a:endParaRPr lang="en-US" altLang="ko-KR" dirty="0">
              <a:solidFill>
                <a:srgbClr val="92D050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92D050"/>
                </a:solidFill>
              </a:rPr>
              <a:t>결과 확인 </a:t>
            </a:r>
            <a:r>
              <a:rPr lang="en-US" altLang="ko-KR" dirty="0">
                <a:solidFill>
                  <a:srgbClr val="92D050"/>
                </a:solidFill>
              </a:rPr>
              <a:t>(</a:t>
            </a:r>
            <a:r>
              <a:rPr lang="ko-KR" altLang="en-US" dirty="0">
                <a:solidFill>
                  <a:srgbClr val="92D050"/>
                </a:solidFill>
              </a:rPr>
              <a:t>에러 메시지 확인</a:t>
            </a:r>
            <a:r>
              <a:rPr lang="en-US" altLang="ko-KR" dirty="0">
                <a:solidFill>
                  <a:srgbClr val="92D050"/>
                </a:solidFill>
              </a:rPr>
              <a:t>)</a:t>
            </a:r>
          </a:p>
          <a:p>
            <a:pPr marL="342900" indent="-342900">
              <a:buAutoNum type="arabicPeriod"/>
            </a:pPr>
            <a:endParaRPr lang="en-US" altLang="ko-KR" dirty="0">
              <a:solidFill>
                <a:srgbClr val="FFFF00"/>
              </a:solidFill>
            </a:endParaRPr>
          </a:p>
          <a:p>
            <a:r>
              <a:rPr lang="en-US" altLang="ko-KR" b="1" dirty="0" err="1">
                <a:solidFill>
                  <a:srgbClr val="FFFF00"/>
                </a:solidFill>
              </a:rPr>
              <a:t>Jupyter</a:t>
            </a:r>
            <a:r>
              <a:rPr lang="ko-KR" altLang="en-US" b="1" dirty="0">
                <a:solidFill>
                  <a:srgbClr val="FFFF00"/>
                </a:solidFill>
              </a:rPr>
              <a:t>는 이 과정을 단순화</a:t>
            </a:r>
            <a:endParaRPr lang="en-US" altLang="ko-KR" b="1" dirty="0">
              <a:solidFill>
                <a:srgbClr val="FFFF00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FFFF00"/>
                </a:solidFill>
              </a:rPr>
              <a:t>개별 </a:t>
            </a:r>
            <a:r>
              <a:rPr lang="en-US" altLang="ko-KR" dirty="0">
                <a:solidFill>
                  <a:srgbClr val="FFFF00"/>
                </a:solidFill>
              </a:rPr>
              <a:t>cell</a:t>
            </a:r>
            <a:r>
              <a:rPr lang="ko-KR" altLang="en-US" dirty="0">
                <a:solidFill>
                  <a:srgbClr val="FFFF00"/>
                </a:solidFill>
              </a:rPr>
              <a:t>에 </a:t>
            </a:r>
            <a:r>
              <a:rPr lang="en-US" altLang="ko-KR" dirty="0">
                <a:solidFill>
                  <a:srgbClr val="FFFF00"/>
                </a:solidFill>
              </a:rPr>
              <a:t>script </a:t>
            </a:r>
            <a:r>
              <a:rPr lang="ko-KR" altLang="en-US" dirty="0">
                <a:solidFill>
                  <a:srgbClr val="FFFF00"/>
                </a:solidFill>
              </a:rPr>
              <a:t>작성</a:t>
            </a:r>
            <a:endParaRPr lang="en-US" altLang="ko-KR" dirty="0">
              <a:solidFill>
                <a:srgbClr val="FFFF00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FFFF00"/>
                </a:solidFill>
              </a:rPr>
              <a:t>바로 코드 실행 </a:t>
            </a:r>
            <a:r>
              <a:rPr lang="en-US" altLang="ko-KR" dirty="0">
                <a:solidFill>
                  <a:srgbClr val="FFFF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FFFF00"/>
                </a:solidFill>
                <a:sym typeface="Wingdings" panose="05000000000000000000" pitchFamily="2" charset="2"/>
              </a:rPr>
              <a:t>결과 확인</a:t>
            </a:r>
            <a:endParaRPr lang="en-US" altLang="ko-KR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FFFF00"/>
                </a:solidFill>
                <a:sym typeface="Wingdings" panose="05000000000000000000" pitchFamily="2" charset="2"/>
              </a:rPr>
              <a:t>이어서 다음 </a:t>
            </a:r>
            <a:r>
              <a:rPr lang="en-US" altLang="ko-KR" dirty="0">
                <a:solidFill>
                  <a:srgbClr val="FFFF00"/>
                </a:solidFill>
                <a:sym typeface="Wingdings" panose="05000000000000000000" pitchFamily="2" charset="2"/>
              </a:rPr>
              <a:t>cell</a:t>
            </a:r>
            <a:r>
              <a:rPr lang="ko-KR" altLang="en-US" dirty="0">
                <a:solidFill>
                  <a:srgbClr val="FFFF00"/>
                </a:solidFill>
                <a:sym typeface="Wingdings" panose="05000000000000000000" pitchFamily="2" charset="2"/>
              </a:rPr>
              <a:t>에 코드 작성</a:t>
            </a:r>
            <a:endParaRPr lang="en-US" altLang="ko-KR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FF00"/>
                </a:solidFill>
                <a:sym typeface="Wingdings" panose="05000000000000000000" pitchFamily="2" charset="2"/>
              </a:rPr>
              <a:t>…</a:t>
            </a:r>
            <a:endParaRPr lang="en-US" altLang="ko-KR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BDC8DD-9CDD-8E9A-F4E3-0D2FB73C9F1A}"/>
              </a:ext>
            </a:extLst>
          </p:cNvPr>
          <p:cNvSpPr txBox="1"/>
          <p:nvPr/>
        </p:nvSpPr>
        <p:spPr>
          <a:xfrm>
            <a:off x="7025722" y="3689172"/>
            <a:ext cx="33762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chemeClr val="bg1"/>
                </a:solidFill>
              </a:rPr>
              <a:t>Jupyter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쓰던 시절이 좋았는데</a:t>
            </a:r>
            <a:r>
              <a:rPr lang="en-US" altLang="ko-KR" dirty="0">
                <a:solidFill>
                  <a:schemeClr val="bg1"/>
                </a:solidFill>
              </a:rPr>
              <a:t>…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하지만 </a:t>
            </a:r>
            <a:r>
              <a:rPr lang="en-US" altLang="ko-KR" dirty="0" err="1">
                <a:solidFill>
                  <a:schemeClr val="bg1"/>
                </a:solidFill>
              </a:rPr>
              <a:t>mpi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쓰려면 필요해요</a:t>
            </a:r>
            <a:endParaRPr lang="en-US" altLang="ko-KR" dirty="0">
              <a:solidFill>
                <a:schemeClr val="bg1"/>
              </a:solidFill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rgbClr val="FFC000"/>
                </a:solidFill>
              </a:rPr>
              <a:t>실습</a:t>
            </a:r>
            <a:endParaRPr lang="en-US" altLang="ko-KR" dirty="0">
              <a:solidFill>
                <a:srgbClr val="FFC000"/>
              </a:solidFill>
            </a:endParaRPr>
          </a:p>
          <a:p>
            <a:r>
              <a:rPr lang="en-US" altLang="ko-KR" dirty="0">
                <a:solidFill>
                  <a:srgbClr val="FFC000"/>
                </a:solidFill>
              </a:rPr>
              <a:t>Sublime</a:t>
            </a:r>
            <a:r>
              <a:rPr lang="ko-KR" altLang="en-US" dirty="0">
                <a:solidFill>
                  <a:srgbClr val="FFC000"/>
                </a:solidFill>
              </a:rPr>
              <a:t>을 이용해서 </a:t>
            </a:r>
            <a:r>
              <a:rPr lang="en-US" altLang="ko-KR" dirty="0">
                <a:solidFill>
                  <a:srgbClr val="FFC000"/>
                </a:solidFill>
              </a:rPr>
              <a:t>python script</a:t>
            </a:r>
            <a:r>
              <a:rPr lang="ko-KR" altLang="en-US" dirty="0">
                <a:solidFill>
                  <a:srgbClr val="FFC000"/>
                </a:solidFill>
              </a:rPr>
              <a:t>를 만들고 실행해보기</a:t>
            </a:r>
            <a:endParaRPr lang="en-US" altLang="ko-KR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491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F94A9AE-54A4-E3A7-DB55-D2A7EB28C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0697"/>
            <a:ext cx="12192000" cy="1273399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64C905C-D19E-6762-B934-D5F83780F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MPI </a:t>
            </a:r>
            <a:r>
              <a:rPr lang="ko-KR" altLang="en-US" dirty="0"/>
              <a:t>커맨드 사용 방식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err="1">
                <a:solidFill>
                  <a:srgbClr val="FF0000"/>
                </a:solidFill>
              </a:rPr>
              <a:t>Mpiexec</a:t>
            </a:r>
            <a:r>
              <a:rPr lang="en-US" altLang="ko-KR" dirty="0"/>
              <a:t> (</a:t>
            </a:r>
            <a:r>
              <a:rPr lang="en-US" altLang="ko-KR" dirty="0" err="1"/>
              <a:t>mpi</a:t>
            </a:r>
            <a:r>
              <a:rPr lang="ko-KR" altLang="en-US" dirty="0"/>
              <a:t>로 분산 처리 </a:t>
            </a:r>
            <a:r>
              <a:rPr lang="ko-KR" altLang="en-US" dirty="0" err="1"/>
              <a:t>할게요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>
                <a:solidFill>
                  <a:srgbClr val="00B050"/>
                </a:solidFill>
              </a:rPr>
              <a:t>-n 4 </a:t>
            </a:r>
            <a:r>
              <a:rPr lang="en-US" altLang="ko-KR" dirty="0"/>
              <a:t>(CPU 4</a:t>
            </a:r>
            <a:r>
              <a:rPr lang="ko-KR" altLang="en-US" dirty="0"/>
              <a:t>개만 쓰겠습니다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>
                <a:solidFill>
                  <a:srgbClr val="0070C0"/>
                </a:solidFill>
              </a:rPr>
              <a:t>Python</a:t>
            </a:r>
            <a:r>
              <a:rPr lang="en-US" altLang="ko-KR" dirty="0"/>
              <a:t> mpi4py_test.py (python </a:t>
            </a:r>
            <a:r>
              <a:rPr lang="ko-KR" altLang="en-US" dirty="0"/>
              <a:t>스크립트 돌려주세요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ADA4B3-16E5-4BFA-C8CB-923A19FD65A0}"/>
              </a:ext>
            </a:extLst>
          </p:cNvPr>
          <p:cNvSpPr txBox="1"/>
          <p:nvPr/>
        </p:nvSpPr>
        <p:spPr>
          <a:xfrm>
            <a:off x="1557599" y="5011784"/>
            <a:ext cx="11641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CPU</a:t>
            </a:r>
            <a:endParaRPr lang="ko-KR" altLang="en-US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3BE19D-E0BA-3C00-F1BE-0CB26949FA40}"/>
              </a:ext>
            </a:extLst>
          </p:cNvPr>
          <p:cNvSpPr txBox="1"/>
          <p:nvPr/>
        </p:nvSpPr>
        <p:spPr>
          <a:xfrm>
            <a:off x="6656210" y="4995111"/>
            <a:ext cx="11641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CPU</a:t>
            </a:r>
            <a:endParaRPr lang="ko-KR" altLang="en-US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68D8FC-35F5-C3B4-195B-2CB3199F5347}"/>
              </a:ext>
            </a:extLst>
          </p:cNvPr>
          <p:cNvSpPr txBox="1"/>
          <p:nvPr/>
        </p:nvSpPr>
        <p:spPr>
          <a:xfrm>
            <a:off x="4070336" y="5006482"/>
            <a:ext cx="11641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CPU</a:t>
            </a:r>
            <a:endParaRPr lang="ko-KR" altLang="en-US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20E39B-9ECF-690F-E85D-CBE71B5AD4E2}"/>
              </a:ext>
            </a:extLst>
          </p:cNvPr>
          <p:cNvSpPr txBox="1"/>
          <p:nvPr/>
        </p:nvSpPr>
        <p:spPr>
          <a:xfrm>
            <a:off x="9242084" y="5013589"/>
            <a:ext cx="11641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CPU</a:t>
            </a:r>
            <a:endParaRPr lang="ko-KR" altLang="en-US" sz="4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90BAB5-D0AB-1004-1B54-92404EAA1DE2}"/>
              </a:ext>
            </a:extLst>
          </p:cNvPr>
          <p:cNvSpPr txBox="1"/>
          <p:nvPr/>
        </p:nvSpPr>
        <p:spPr>
          <a:xfrm>
            <a:off x="691357" y="5719670"/>
            <a:ext cx="2560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Python mpi4py_test.py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A4113D-B06A-204A-F9C1-E9DC45014374}"/>
              </a:ext>
            </a:extLst>
          </p:cNvPr>
          <p:cNvSpPr txBox="1"/>
          <p:nvPr/>
        </p:nvSpPr>
        <p:spPr>
          <a:xfrm>
            <a:off x="3372122" y="5721475"/>
            <a:ext cx="2560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Python mpi4py_test.py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C3780E-0F17-9AB5-19D2-2C28F16C2333}"/>
              </a:ext>
            </a:extLst>
          </p:cNvPr>
          <p:cNvSpPr txBox="1"/>
          <p:nvPr/>
        </p:nvSpPr>
        <p:spPr>
          <a:xfrm>
            <a:off x="6066138" y="5702997"/>
            <a:ext cx="2560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Python mpi4py_test.py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B31A53-DC5D-7AF4-0A00-EAC29BE5145D}"/>
              </a:ext>
            </a:extLst>
          </p:cNvPr>
          <p:cNvSpPr txBox="1"/>
          <p:nvPr/>
        </p:nvSpPr>
        <p:spPr>
          <a:xfrm>
            <a:off x="8716791" y="5702997"/>
            <a:ext cx="2560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Python mpi4py_test.py</a:t>
            </a:r>
            <a:endParaRPr lang="ko-KR" alt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4D3478F-27A3-677D-A8C4-2F895E785912}"/>
              </a:ext>
            </a:extLst>
          </p:cNvPr>
          <p:cNvSpPr/>
          <p:nvPr/>
        </p:nvSpPr>
        <p:spPr>
          <a:xfrm>
            <a:off x="4357207" y="1491389"/>
            <a:ext cx="945085" cy="30578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63850B8-5751-7D35-81E0-9E6D18C11BC7}"/>
              </a:ext>
            </a:extLst>
          </p:cNvPr>
          <p:cNvSpPr/>
          <p:nvPr/>
        </p:nvSpPr>
        <p:spPr>
          <a:xfrm>
            <a:off x="5374911" y="1491389"/>
            <a:ext cx="557739" cy="305785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8F980D9-E7AB-9AAA-9046-F259BF1B1FE6}"/>
              </a:ext>
            </a:extLst>
          </p:cNvPr>
          <p:cNvSpPr/>
          <p:nvPr/>
        </p:nvSpPr>
        <p:spPr>
          <a:xfrm>
            <a:off x="5980482" y="1491388"/>
            <a:ext cx="806944" cy="305785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053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69F79B6-941F-E617-F88D-214D52E4B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9543E1A-4BD0-C9A7-F49A-0A43B4BD6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C1B19DC-091F-FB60-548F-34466F225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78" y="0"/>
            <a:ext cx="114898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572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89F22-3974-9778-1905-E79A6827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4CA44C-3C16-BD3A-B846-D45D0B4A8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mpi4py_test.py </a:t>
            </a:r>
            <a:r>
              <a:rPr lang="ko-KR" altLang="en-US" dirty="0"/>
              <a:t>코드 실행 순서를 </a:t>
            </a:r>
            <a:r>
              <a:rPr lang="en-US" altLang="ko-KR" dirty="0"/>
              <a:t>pseudo code</a:t>
            </a:r>
            <a:r>
              <a:rPr lang="ko-KR" altLang="en-US" dirty="0"/>
              <a:t>로 정리 </a:t>
            </a:r>
            <a:r>
              <a:rPr lang="en-US" altLang="ko-KR" dirty="0"/>
              <a:t>(</a:t>
            </a:r>
            <a:r>
              <a:rPr lang="ko-KR" altLang="en-US" dirty="0"/>
              <a:t>스스로 코드 진행 순서를 이해하기 위함</a:t>
            </a:r>
            <a:r>
              <a:rPr lang="en-US" altLang="ko-KR" dirty="0"/>
              <a:t>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 err="1"/>
              <a:t>Mpi</a:t>
            </a:r>
            <a:r>
              <a:rPr lang="ko-KR" altLang="en-US" dirty="0"/>
              <a:t>를 이용해서 </a:t>
            </a:r>
            <a:r>
              <a:rPr lang="en-US" altLang="ko-KR" dirty="0"/>
              <a:t>mpi4py_test.py </a:t>
            </a:r>
            <a:r>
              <a:rPr lang="ko-KR" altLang="en-US" dirty="0"/>
              <a:t>실행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Mpi4py_find_logp_min.py</a:t>
            </a:r>
            <a:r>
              <a:rPr lang="ko-KR" altLang="en-US" dirty="0"/>
              <a:t> 코드 실행 순서를 </a:t>
            </a:r>
            <a:r>
              <a:rPr lang="en-US" altLang="ko-KR" dirty="0"/>
              <a:t>pseudo code</a:t>
            </a:r>
            <a:r>
              <a:rPr lang="ko-KR" altLang="en-US" dirty="0"/>
              <a:t>로 정리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 err="1"/>
              <a:t>Mpi</a:t>
            </a:r>
            <a:r>
              <a:rPr lang="ko-KR" altLang="en-US" dirty="0"/>
              <a:t>를 이용해서 </a:t>
            </a:r>
            <a:r>
              <a:rPr lang="en-US" altLang="ko-KR" dirty="0"/>
              <a:t>mpi4py_find_logp_min.py </a:t>
            </a:r>
            <a:r>
              <a:rPr lang="ko-KR" altLang="en-US" dirty="0"/>
              <a:t>실행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 err="1"/>
              <a:t>Mpiexec</a:t>
            </a:r>
            <a:r>
              <a:rPr lang="en-US" altLang="ko-KR" dirty="0"/>
              <a:t> –n ?? (</a:t>
            </a:r>
            <a:r>
              <a:rPr lang="ko-KR" altLang="en-US" dirty="0"/>
              <a:t>숫자를 몇으로 설정하는 것이 적정할지 테스트해보기</a:t>
            </a:r>
            <a:r>
              <a:rPr lang="en-US" altLang="ko-KR" dirty="0"/>
              <a:t>. </a:t>
            </a:r>
            <a:r>
              <a:rPr lang="ko-KR" altLang="en-US" dirty="0"/>
              <a:t>사용 가능한 </a:t>
            </a:r>
            <a:r>
              <a:rPr lang="en-US" altLang="ko-KR" dirty="0" err="1"/>
              <a:t>cpu</a:t>
            </a:r>
            <a:r>
              <a:rPr lang="en-US" altLang="ko-KR" dirty="0"/>
              <a:t> </a:t>
            </a:r>
            <a:r>
              <a:rPr lang="ko-KR" altLang="en-US" dirty="0"/>
              <a:t>대비 너무 높게 적으면 컴퓨터가 </a:t>
            </a:r>
            <a:r>
              <a:rPr lang="ko-KR" altLang="en-US" dirty="0" err="1"/>
              <a:t>버벅거려요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8861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370</Words>
  <Application>Microsoft Office PowerPoint</Application>
  <PresentationFormat>와이드스크린</PresentationFormat>
  <Paragraphs>59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Wingdings</vt:lpstr>
      <vt:lpstr>Office 테마</vt:lpstr>
      <vt:lpstr>설치 필요한 소프트웨어</vt:lpstr>
      <vt:lpstr>Pseudo code (가짜 코드)</vt:lpstr>
      <vt:lpstr>Big O notation (특: 대충대충)</vt:lpstr>
      <vt:lpstr>알고리즘 속도</vt:lpstr>
      <vt:lpstr>Python script 실행</vt:lpstr>
      <vt:lpstr>PowerPoint 프레젠테이션</vt:lpstr>
      <vt:lpstr>PowerPoint 프레젠테이션</vt:lpstr>
      <vt:lpstr>PowerPoint 프레젠테이션</vt:lpstr>
      <vt:lpstr>실습 내용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 HYUN KIL</dc:creator>
  <cp:lastModifiedBy>SHIN HYUN KIL</cp:lastModifiedBy>
  <cp:revision>1</cp:revision>
  <dcterms:created xsi:type="dcterms:W3CDTF">2026-03-18T00:35:58Z</dcterms:created>
  <dcterms:modified xsi:type="dcterms:W3CDTF">2026-03-18T02:11:01Z</dcterms:modified>
</cp:coreProperties>
</file>