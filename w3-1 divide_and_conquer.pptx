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2BA629-5F90-4748-821D-5B22850179CF}" v="15" dt="2026-03-12T09:43:51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d5bffe1d-586f-4b28-9005-eb11788ec385" providerId="ADAL" clId="{28E738DF-29E1-46A8-86AB-86F3687E81D9}"/>
    <pc:docChg chg="custSel addSld modSld">
      <pc:chgData name="SHIN HYUN KIL" userId="d5bffe1d-586f-4b28-9005-eb11788ec385" providerId="ADAL" clId="{28E738DF-29E1-46A8-86AB-86F3687E81D9}" dt="2026-03-12T09:45:05.442" v="283" actId="207"/>
      <pc:docMkLst>
        <pc:docMk/>
      </pc:docMkLst>
      <pc:sldChg chg="addSp delSp modSp new mod modClrScheme chgLayout">
        <pc:chgData name="SHIN HYUN KIL" userId="d5bffe1d-586f-4b28-9005-eb11788ec385" providerId="ADAL" clId="{28E738DF-29E1-46A8-86AB-86F3687E81D9}" dt="2026-03-12T09:34:15.200" v="5" actId="478"/>
        <pc:sldMkLst>
          <pc:docMk/>
          <pc:sldMk cId="2014456469" sldId="256"/>
        </pc:sldMkLst>
        <pc:spChg chg="del mod ord">
          <ac:chgData name="SHIN HYUN KIL" userId="d5bffe1d-586f-4b28-9005-eb11788ec385" providerId="ADAL" clId="{28E738DF-29E1-46A8-86AB-86F3687E81D9}" dt="2026-03-12T09:32:39.364" v="2" actId="700"/>
          <ac:spMkLst>
            <pc:docMk/>
            <pc:sldMk cId="2014456469" sldId="256"/>
            <ac:spMk id="2" creationId="{E35C9ADB-FDD4-F378-9043-1701ABCE04A5}"/>
          </ac:spMkLst>
        </pc:spChg>
        <pc:spChg chg="del mod ord">
          <ac:chgData name="SHIN HYUN KIL" userId="d5bffe1d-586f-4b28-9005-eb11788ec385" providerId="ADAL" clId="{28E738DF-29E1-46A8-86AB-86F3687E81D9}" dt="2026-03-12T09:32:39.364" v="2" actId="700"/>
          <ac:spMkLst>
            <pc:docMk/>
            <pc:sldMk cId="2014456469" sldId="256"/>
            <ac:spMk id="3" creationId="{8710DC82-E043-0A59-9BFF-AE4851A22053}"/>
          </ac:spMkLst>
        </pc:spChg>
        <pc:spChg chg="add del mod ord">
          <ac:chgData name="SHIN HYUN KIL" userId="d5bffe1d-586f-4b28-9005-eb11788ec385" providerId="ADAL" clId="{28E738DF-29E1-46A8-86AB-86F3687E81D9}" dt="2026-03-12T09:34:15.200" v="5" actId="478"/>
          <ac:spMkLst>
            <pc:docMk/>
            <pc:sldMk cId="2014456469" sldId="256"/>
            <ac:spMk id="4" creationId="{9B130CAA-2C6C-175B-7AEB-0D3059B5F332}"/>
          </ac:spMkLst>
        </pc:spChg>
        <pc:spChg chg="add del mod ord">
          <ac:chgData name="SHIN HYUN KIL" userId="d5bffe1d-586f-4b28-9005-eb11788ec385" providerId="ADAL" clId="{28E738DF-29E1-46A8-86AB-86F3687E81D9}" dt="2026-03-12T09:34:13.001" v="4" actId="478"/>
          <ac:spMkLst>
            <pc:docMk/>
            <pc:sldMk cId="2014456469" sldId="256"/>
            <ac:spMk id="5" creationId="{85EA0A00-3C1D-A67C-8E49-CB2843C5840B}"/>
          </ac:spMkLst>
        </pc:spChg>
        <pc:picChg chg="add">
          <ac:chgData name="SHIN HYUN KIL" userId="d5bffe1d-586f-4b28-9005-eb11788ec385" providerId="ADAL" clId="{28E738DF-29E1-46A8-86AB-86F3687E81D9}" dt="2026-03-12T09:34:07.975" v="3" actId="22"/>
          <ac:picMkLst>
            <pc:docMk/>
            <pc:sldMk cId="2014456469" sldId="256"/>
            <ac:picMk id="7" creationId="{2CEBAB15-85CF-E982-17FB-DD695705B4FC}"/>
          </ac:picMkLst>
        </pc:picChg>
      </pc:sldChg>
      <pc:sldChg chg="modSp add mod">
        <pc:chgData name="SHIN HYUN KIL" userId="d5bffe1d-586f-4b28-9005-eb11788ec385" providerId="ADAL" clId="{28E738DF-29E1-46A8-86AB-86F3687E81D9}" dt="2026-03-12T09:34:47.809" v="59" actId="404"/>
        <pc:sldMkLst>
          <pc:docMk/>
          <pc:sldMk cId="0" sldId="257"/>
        </pc:sldMkLst>
        <pc:spChg chg="mod">
          <ac:chgData name="SHIN HYUN KIL" userId="d5bffe1d-586f-4b28-9005-eb11788ec385" providerId="ADAL" clId="{28E738DF-29E1-46A8-86AB-86F3687E81D9}" dt="2026-03-12T09:34:47.809" v="59" actId="404"/>
          <ac:spMkLst>
            <pc:docMk/>
            <pc:sldMk cId="0" sldId="257"/>
            <ac:spMk id="54" creationId="{00000000-0000-0000-0000-000000000000}"/>
          </ac:spMkLst>
        </pc:spChg>
      </pc:sldChg>
      <pc:sldChg chg="addSp delSp modSp new mod">
        <pc:chgData name="SHIN HYUN KIL" userId="d5bffe1d-586f-4b28-9005-eb11788ec385" providerId="ADAL" clId="{28E738DF-29E1-46A8-86AB-86F3687E81D9}" dt="2026-03-12T09:45:05.442" v="283" actId="207"/>
        <pc:sldMkLst>
          <pc:docMk/>
          <pc:sldMk cId="4241933828" sldId="258"/>
        </pc:sldMkLst>
        <pc:spChg chg="del">
          <ac:chgData name="SHIN HYUN KIL" userId="d5bffe1d-586f-4b28-9005-eb11788ec385" providerId="ADAL" clId="{28E738DF-29E1-46A8-86AB-86F3687E81D9}" dt="2026-03-12T09:35:32.459" v="61" actId="478"/>
          <ac:spMkLst>
            <pc:docMk/>
            <pc:sldMk cId="4241933828" sldId="258"/>
            <ac:spMk id="2" creationId="{91D6A2D5-AC7B-AFDD-1B31-7FEFE3F1946A}"/>
          </ac:spMkLst>
        </pc:spChg>
        <pc:spChg chg="del">
          <ac:chgData name="SHIN HYUN KIL" userId="d5bffe1d-586f-4b28-9005-eb11788ec385" providerId="ADAL" clId="{28E738DF-29E1-46A8-86AB-86F3687E81D9}" dt="2026-03-12T09:35:32.459" v="61" actId="478"/>
          <ac:spMkLst>
            <pc:docMk/>
            <pc:sldMk cId="4241933828" sldId="258"/>
            <ac:spMk id="3" creationId="{8BFF4DA9-D5A8-AD6B-E081-FDA0F6F926C3}"/>
          </ac:spMkLst>
        </pc:spChg>
        <pc:spChg chg="add mod">
          <ac:chgData name="SHIN HYUN KIL" userId="d5bffe1d-586f-4b28-9005-eb11788ec385" providerId="ADAL" clId="{28E738DF-29E1-46A8-86AB-86F3687E81D9}" dt="2026-03-12T09:38:32.704" v="168" actId="1076"/>
          <ac:spMkLst>
            <pc:docMk/>
            <pc:sldMk cId="4241933828" sldId="258"/>
            <ac:spMk id="4" creationId="{17FFAE97-B95C-E495-DA97-8CC0E252EAC8}"/>
          </ac:spMkLst>
        </pc:spChg>
        <pc:spChg chg="add del mod">
          <ac:chgData name="SHIN HYUN KIL" userId="d5bffe1d-586f-4b28-9005-eb11788ec385" providerId="ADAL" clId="{28E738DF-29E1-46A8-86AB-86F3687E81D9}" dt="2026-03-12T09:38:28.234" v="167" actId="478"/>
          <ac:spMkLst>
            <pc:docMk/>
            <pc:sldMk cId="4241933828" sldId="258"/>
            <ac:spMk id="5" creationId="{F3BB68AB-839F-3EE8-9AD5-98372ACA101C}"/>
          </ac:spMkLst>
        </pc:spChg>
        <pc:spChg chg="add del mod">
          <ac:chgData name="SHIN HYUN KIL" userId="d5bffe1d-586f-4b28-9005-eb11788ec385" providerId="ADAL" clId="{28E738DF-29E1-46A8-86AB-86F3687E81D9}" dt="2026-03-12T09:38:28.234" v="167" actId="478"/>
          <ac:spMkLst>
            <pc:docMk/>
            <pc:sldMk cId="4241933828" sldId="258"/>
            <ac:spMk id="6" creationId="{FA090440-2BA5-9364-6B07-2AF317193C48}"/>
          </ac:spMkLst>
        </pc:spChg>
        <pc:spChg chg="add del mod">
          <ac:chgData name="SHIN HYUN KIL" userId="d5bffe1d-586f-4b28-9005-eb11788ec385" providerId="ADAL" clId="{28E738DF-29E1-46A8-86AB-86F3687E81D9}" dt="2026-03-12T09:38:28.234" v="167" actId="478"/>
          <ac:spMkLst>
            <pc:docMk/>
            <pc:sldMk cId="4241933828" sldId="258"/>
            <ac:spMk id="7" creationId="{20D2DF7C-DAA3-C679-FD60-34ADAF869817}"/>
          </ac:spMkLst>
        </pc:spChg>
        <pc:spChg chg="add del mod">
          <ac:chgData name="SHIN HYUN KIL" userId="d5bffe1d-586f-4b28-9005-eb11788ec385" providerId="ADAL" clId="{28E738DF-29E1-46A8-86AB-86F3687E81D9}" dt="2026-03-12T09:38:28.234" v="167" actId="478"/>
          <ac:spMkLst>
            <pc:docMk/>
            <pc:sldMk cId="4241933828" sldId="258"/>
            <ac:spMk id="8" creationId="{3A3D5CB5-A12D-BDF2-B893-441DC0B272F9}"/>
          </ac:spMkLst>
        </pc:spChg>
        <pc:spChg chg="add mod">
          <ac:chgData name="SHIN HYUN KIL" userId="d5bffe1d-586f-4b28-9005-eb11788ec385" providerId="ADAL" clId="{28E738DF-29E1-46A8-86AB-86F3687E81D9}" dt="2026-03-12T09:44:15.080" v="282" actId="20577"/>
          <ac:spMkLst>
            <pc:docMk/>
            <pc:sldMk cId="4241933828" sldId="258"/>
            <ac:spMk id="17" creationId="{A1461314-03BD-9180-B72A-1BE49B60C988}"/>
          </ac:spMkLst>
        </pc:spChg>
        <pc:spChg chg="add mod">
          <ac:chgData name="SHIN HYUN KIL" userId="d5bffe1d-586f-4b28-9005-eb11788ec385" providerId="ADAL" clId="{28E738DF-29E1-46A8-86AB-86F3687E81D9}" dt="2026-03-12T09:42:53.100" v="188" actId="1076"/>
          <ac:spMkLst>
            <pc:docMk/>
            <pc:sldMk cId="4241933828" sldId="258"/>
            <ac:spMk id="18" creationId="{A3264EF0-E99D-3AD1-2C45-BAD0FC166AF8}"/>
          </ac:spMkLst>
        </pc:spChg>
        <pc:spChg chg="add mod">
          <ac:chgData name="SHIN HYUN KIL" userId="d5bffe1d-586f-4b28-9005-eb11788ec385" providerId="ADAL" clId="{28E738DF-29E1-46A8-86AB-86F3687E81D9}" dt="2026-03-12T09:42:53.100" v="188" actId="1076"/>
          <ac:spMkLst>
            <pc:docMk/>
            <pc:sldMk cId="4241933828" sldId="258"/>
            <ac:spMk id="19" creationId="{E58B61EF-DF6D-A836-57D2-5E31FF7C415F}"/>
          </ac:spMkLst>
        </pc:spChg>
        <pc:spChg chg="add mod">
          <ac:chgData name="SHIN HYUN KIL" userId="d5bffe1d-586f-4b28-9005-eb11788ec385" providerId="ADAL" clId="{28E738DF-29E1-46A8-86AB-86F3687E81D9}" dt="2026-03-12T09:42:53.100" v="188" actId="1076"/>
          <ac:spMkLst>
            <pc:docMk/>
            <pc:sldMk cId="4241933828" sldId="258"/>
            <ac:spMk id="20" creationId="{5D282F1A-A284-9161-D465-662BB43075BA}"/>
          </ac:spMkLst>
        </pc:spChg>
        <pc:spChg chg="add mod">
          <ac:chgData name="SHIN HYUN KIL" userId="d5bffe1d-586f-4b28-9005-eb11788ec385" providerId="ADAL" clId="{28E738DF-29E1-46A8-86AB-86F3687E81D9}" dt="2026-03-12T09:42:53.100" v="188" actId="1076"/>
          <ac:spMkLst>
            <pc:docMk/>
            <pc:sldMk cId="4241933828" sldId="258"/>
            <ac:spMk id="21" creationId="{830F88BE-264D-70C8-9565-F6FC768B0F45}"/>
          </ac:spMkLst>
        </pc:spChg>
        <pc:spChg chg="add mod">
          <ac:chgData name="SHIN HYUN KIL" userId="d5bffe1d-586f-4b28-9005-eb11788ec385" providerId="ADAL" clId="{28E738DF-29E1-46A8-86AB-86F3687E81D9}" dt="2026-03-12T09:42:53.100" v="188" actId="1076"/>
          <ac:spMkLst>
            <pc:docMk/>
            <pc:sldMk cId="4241933828" sldId="258"/>
            <ac:spMk id="22" creationId="{A36AE32F-D80F-157E-C9EA-543E8D05C76E}"/>
          </ac:spMkLst>
        </pc:spChg>
        <pc:spChg chg="add mod">
          <ac:chgData name="SHIN HYUN KIL" userId="d5bffe1d-586f-4b28-9005-eb11788ec385" providerId="ADAL" clId="{28E738DF-29E1-46A8-86AB-86F3687E81D9}" dt="2026-03-12T09:42:46.106" v="185" actId="1076"/>
          <ac:spMkLst>
            <pc:docMk/>
            <pc:sldMk cId="4241933828" sldId="258"/>
            <ac:spMk id="29" creationId="{9C843C45-E948-FCFD-1836-98642AE62966}"/>
          </ac:spMkLst>
        </pc:spChg>
        <pc:spChg chg="add mod">
          <ac:chgData name="SHIN HYUN KIL" userId="d5bffe1d-586f-4b28-9005-eb11788ec385" providerId="ADAL" clId="{28E738DF-29E1-46A8-86AB-86F3687E81D9}" dt="2026-03-12T09:42:56.088" v="189" actId="1076"/>
          <ac:spMkLst>
            <pc:docMk/>
            <pc:sldMk cId="4241933828" sldId="258"/>
            <ac:spMk id="30" creationId="{C398DFC8-E10E-6182-485D-4445AC44435F}"/>
          </ac:spMkLst>
        </pc:spChg>
        <pc:spChg chg="add mod">
          <ac:chgData name="SHIN HYUN KIL" userId="d5bffe1d-586f-4b28-9005-eb11788ec385" providerId="ADAL" clId="{28E738DF-29E1-46A8-86AB-86F3687E81D9}" dt="2026-03-12T09:43:01.122" v="191" actId="1076"/>
          <ac:spMkLst>
            <pc:docMk/>
            <pc:sldMk cId="4241933828" sldId="258"/>
            <ac:spMk id="31" creationId="{465C57E3-40F0-A2B5-E231-249EE0267114}"/>
          </ac:spMkLst>
        </pc:spChg>
        <pc:spChg chg="add mod">
          <ac:chgData name="SHIN HYUN KIL" userId="d5bffe1d-586f-4b28-9005-eb11788ec385" providerId="ADAL" clId="{28E738DF-29E1-46A8-86AB-86F3687E81D9}" dt="2026-03-12T09:43:06.307" v="193" actId="1076"/>
          <ac:spMkLst>
            <pc:docMk/>
            <pc:sldMk cId="4241933828" sldId="258"/>
            <ac:spMk id="32" creationId="{0EAB5902-883B-05D1-C31F-B4FBFE65F5CA}"/>
          </ac:spMkLst>
        </pc:spChg>
        <pc:spChg chg="add mod">
          <ac:chgData name="SHIN HYUN KIL" userId="d5bffe1d-586f-4b28-9005-eb11788ec385" providerId="ADAL" clId="{28E738DF-29E1-46A8-86AB-86F3687E81D9}" dt="2026-03-12T09:43:21.440" v="196" actId="207"/>
          <ac:spMkLst>
            <pc:docMk/>
            <pc:sldMk cId="4241933828" sldId="258"/>
            <ac:spMk id="33" creationId="{CD2B8EF0-74F2-CDCF-478A-06DAD8B468E7}"/>
          </ac:spMkLst>
        </pc:spChg>
        <pc:spChg chg="add mod">
          <ac:chgData name="SHIN HYUN KIL" userId="d5bffe1d-586f-4b28-9005-eb11788ec385" providerId="ADAL" clId="{28E738DF-29E1-46A8-86AB-86F3687E81D9}" dt="2026-03-12T09:43:29.167" v="198" actId="1076"/>
          <ac:spMkLst>
            <pc:docMk/>
            <pc:sldMk cId="4241933828" sldId="258"/>
            <ac:spMk id="34" creationId="{CB1C8679-2FE9-3AB9-12EB-D7235BEEE2F3}"/>
          </ac:spMkLst>
        </pc:spChg>
        <pc:spChg chg="add mod">
          <ac:chgData name="SHIN HYUN KIL" userId="d5bffe1d-586f-4b28-9005-eb11788ec385" providerId="ADAL" clId="{28E738DF-29E1-46A8-86AB-86F3687E81D9}" dt="2026-03-12T09:45:05.442" v="283" actId="207"/>
          <ac:spMkLst>
            <pc:docMk/>
            <pc:sldMk cId="4241933828" sldId="258"/>
            <ac:spMk id="35" creationId="{40D64F52-B125-4AE2-D5C3-B633967CE4E5}"/>
          </ac:spMkLst>
        </pc:spChg>
        <pc:cxnChg chg="add del mod">
          <ac:chgData name="SHIN HYUN KIL" userId="d5bffe1d-586f-4b28-9005-eb11788ec385" providerId="ADAL" clId="{28E738DF-29E1-46A8-86AB-86F3687E81D9}" dt="2026-03-12T09:38:28.234" v="167" actId="478"/>
          <ac:cxnSpMkLst>
            <pc:docMk/>
            <pc:sldMk cId="4241933828" sldId="258"/>
            <ac:cxnSpMk id="10" creationId="{B81F9DFA-E2CE-8CF4-326C-C49964470C3C}"/>
          </ac:cxnSpMkLst>
        </pc:cxnChg>
        <pc:cxnChg chg="add del mod">
          <ac:chgData name="SHIN HYUN KIL" userId="d5bffe1d-586f-4b28-9005-eb11788ec385" providerId="ADAL" clId="{28E738DF-29E1-46A8-86AB-86F3687E81D9}" dt="2026-03-12T09:38:28.234" v="167" actId="478"/>
          <ac:cxnSpMkLst>
            <pc:docMk/>
            <pc:sldMk cId="4241933828" sldId="258"/>
            <ac:cxnSpMk id="11" creationId="{2B711AF5-64B0-CC25-2C6B-B1BC3218AD38}"/>
          </ac:cxnSpMkLst>
        </pc:cxnChg>
        <pc:cxnChg chg="add del mod">
          <ac:chgData name="SHIN HYUN KIL" userId="d5bffe1d-586f-4b28-9005-eb11788ec385" providerId="ADAL" clId="{28E738DF-29E1-46A8-86AB-86F3687E81D9}" dt="2026-03-12T09:38:28.234" v="167" actId="478"/>
          <ac:cxnSpMkLst>
            <pc:docMk/>
            <pc:sldMk cId="4241933828" sldId="258"/>
            <ac:cxnSpMk id="14" creationId="{01C1FC5E-97D8-1054-CC94-249ACA398484}"/>
          </ac:cxnSpMkLst>
        </pc:cxnChg>
        <pc:cxnChg chg="add mod">
          <ac:chgData name="SHIN HYUN KIL" userId="d5bffe1d-586f-4b28-9005-eb11788ec385" providerId="ADAL" clId="{28E738DF-29E1-46A8-86AB-86F3687E81D9}" dt="2026-03-12T09:42:53.100" v="188" actId="1076"/>
          <ac:cxnSpMkLst>
            <pc:docMk/>
            <pc:sldMk cId="4241933828" sldId="258"/>
            <ac:cxnSpMk id="23" creationId="{03D15869-E056-C75F-5F6B-4327D3F4A3AE}"/>
          </ac:cxnSpMkLst>
        </pc:cxnChg>
        <pc:cxnChg chg="add mod">
          <ac:chgData name="SHIN HYUN KIL" userId="d5bffe1d-586f-4b28-9005-eb11788ec385" providerId="ADAL" clId="{28E738DF-29E1-46A8-86AB-86F3687E81D9}" dt="2026-03-12T09:42:53.100" v="188" actId="1076"/>
          <ac:cxnSpMkLst>
            <pc:docMk/>
            <pc:sldMk cId="4241933828" sldId="258"/>
            <ac:cxnSpMk id="24" creationId="{A34A42C8-FE60-0DE9-97B4-6DAC452D8E58}"/>
          </ac:cxnSpMkLst>
        </pc:cxnChg>
        <pc:cxnChg chg="add mod">
          <ac:chgData name="SHIN HYUN KIL" userId="d5bffe1d-586f-4b28-9005-eb11788ec385" providerId="ADAL" clId="{28E738DF-29E1-46A8-86AB-86F3687E81D9}" dt="2026-03-12T09:42:53.100" v="188" actId="1076"/>
          <ac:cxnSpMkLst>
            <pc:docMk/>
            <pc:sldMk cId="4241933828" sldId="258"/>
            <ac:cxnSpMk id="25" creationId="{773B9903-05D4-705D-CFF7-8E3CE25C7B8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0A1F2-CCDB-4816-BC32-75ABE736D389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433D2-396D-4741-9710-B104E80D62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806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60F133-27E7-EF00-2013-443BA3280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CEB999-AAF2-C93D-2A86-EA9409618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7B96AA-2F25-E9EE-C77B-98605633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68D39B-36F3-D48B-DD09-6B7B9FFF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78E770-41B4-49A1-5FBE-114B092C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565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5E870-EA74-7463-EF7D-349AD67EA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E7F5E9-9A9C-82A2-C075-A00F76CC0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7F2BC4-A04A-2B79-FEF0-B3D382E5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83349A-2768-FBD4-8317-CB2B7959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2DC280-A2EA-5C48-25FD-E8EEA075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782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8B48A-32B8-090B-8ADC-1E5D833E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363C14-E5A6-FFB5-F244-7E4CB527B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A78EF7-69BA-4B27-E62C-67774CEA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EBB773-632E-858A-BB33-50893F9D8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B2DE55-CFB4-2FA7-8CE4-1238099AF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26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7392E2-2A55-63E7-D96A-99FEA8952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66A8F3-0E4E-C162-1F66-5D50F8069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FB7342-57DE-1E58-1256-683D521D7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C446B0-1CAB-7E30-FE23-6397DE38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B871CD-21CB-4EE2-8321-27AC116C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D296F4-4939-888B-F358-F9411DC1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67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3160AB-227A-E81C-ABBC-CE9A4460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E37A84-EE40-6DB8-1FB7-59BA1F1DE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BB50F5-7A17-8A48-47C7-B7D0EB803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E9518C8-8833-14AD-C771-3E2971346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AB7CE2-AB93-4BC2-9ABA-76EEE6781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23085E5-E464-3C11-3FA3-2BCC2C77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858AA9-855C-8C14-9693-7767C038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45C8B1-5C07-5074-0A1C-602CA597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21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44135-A9B2-179D-D663-E722CEAA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4029F1-63D7-C6B5-451F-1EC395579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00003C0-51BB-769F-FE66-041A530D3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590801-B410-B4F1-F539-84D65D64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06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026876-4190-B714-80B0-DDB3FA40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B010CED-BC09-E171-127C-3FE65F27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DCD849-20FF-D154-EB7B-A98C7D3A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68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E1D13-8B92-0B1A-6D83-55070DCD2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0B895D-27C0-774E-3C3A-316887D44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DACE85-56CE-3786-874E-1AE7B4D4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B465BF-38DB-DF7E-A934-0512659D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D018A4-385F-62B7-3DDA-EB6F6647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BB7FD2-0AF7-FB00-CEF9-EA8EEF9F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3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03593-B55E-D7B2-B96F-7AE4CAAF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1973DB-5708-8971-32CB-E4FA23E90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458F7B-2BE7-4F32-A530-D4B424281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9C0B7A-3030-1631-FD12-F710C8A2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76826D-8089-F90E-94FE-14A7689D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D3E302-C08D-FBA2-49B5-B3F388C5F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82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A79EC-C6E8-3219-7FF5-86FCD7BB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097C71-9BBC-A7D6-2D21-FDB505FE4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771698-8B06-BA86-9185-E74E89EE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264A0D-5F3E-9A71-C193-F382ADE0B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038057-356A-5572-76E2-FA3A1DA1C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5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B020C7-C7E5-3343-8175-7AB8C4124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944D47-88D9-B415-035F-F9CB6E546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3FD1CE-C793-422E-4A39-9A65159EC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978100-B403-8950-A620-A696328B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ADBD79-FC9E-3EB1-EAE9-B38DDED6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51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F4AA13-5306-4E1E-F492-9D61A4F1F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09CCAA-2E99-ED80-DAF6-B689E7404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9CF878-D3A2-0530-CCD1-8F79CA7DE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6E870-5D16-4534-9598-494E12C057A0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205FF6-55B7-F6E7-13F8-E533ECBA1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1F0180-80BC-B61B-8BB3-55B600203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386EE-D9E6-47BF-9B87-5D7B8AD2B5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50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603315" y="992767"/>
            <a:ext cx="7173096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ko-KR" altLang="en-US" sz="5400" dirty="0"/>
              <a:t>분할 정복</a:t>
            </a:r>
            <a:br>
              <a:rPr lang="en-US" altLang="ko-KR" sz="5400" dirty="0"/>
            </a:br>
            <a:r>
              <a:rPr lang="en-US" altLang="ko-KR" sz="5400" dirty="0"/>
              <a:t>(divide and conquer)</a:t>
            </a:r>
            <a:endParaRPr sz="5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648969" y="3778833"/>
            <a:ext cx="7127431" cy="241568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AI </a:t>
            </a:r>
            <a:r>
              <a:rPr lang="ko-KR" altLang="en-US" dirty="0"/>
              <a:t>신약</a:t>
            </a:r>
            <a:endParaRPr lang="en-US" altLang="ko-KR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ko-KR" altLang="en-US" dirty="0" err="1"/>
              <a:t>신현길</a:t>
            </a:r>
            <a:endParaRPr dirty="0"/>
          </a:p>
        </p:txBody>
      </p:sp>
      <p:pic>
        <p:nvPicPr>
          <p:cNvPr id="3" name="그림 2" descr="스케치, 그림, 만화 영화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EC2291-477A-B3E6-1AF2-5ADD478C6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6033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CEBAB15-85CF-E982-17FB-DD695705B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737" y="0"/>
            <a:ext cx="9492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56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7FFAE97-B95C-E495-DA97-8CC0E252EAC8}"/>
              </a:ext>
            </a:extLst>
          </p:cNvPr>
          <p:cNvSpPr/>
          <p:nvPr/>
        </p:nvSpPr>
        <p:spPr>
          <a:xfrm>
            <a:off x="3806164" y="662787"/>
            <a:ext cx="1472859" cy="6259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ZINC DB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461314-03BD-9180-B72A-1BE49B60C988}"/>
              </a:ext>
            </a:extLst>
          </p:cNvPr>
          <p:cNvSpPr txBox="1"/>
          <p:nvPr/>
        </p:nvSpPr>
        <p:spPr>
          <a:xfrm>
            <a:off x="447995" y="202518"/>
            <a:ext cx="6375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ZINC DB </a:t>
            </a:r>
            <a:r>
              <a:rPr lang="ko-KR" altLang="en-US" dirty="0"/>
              <a:t>안에서 </a:t>
            </a:r>
            <a:r>
              <a:rPr lang="en-US" altLang="ko-KR" dirty="0" err="1"/>
              <a:t>logP</a:t>
            </a:r>
            <a:r>
              <a:rPr lang="ko-KR" altLang="en-US" dirty="0"/>
              <a:t>가 가장 작은 물질 찾기 </a:t>
            </a:r>
            <a:r>
              <a:rPr lang="en-US" altLang="ko-KR" dirty="0"/>
              <a:t>(smiles, </a:t>
            </a:r>
            <a:r>
              <a:rPr lang="en-US" altLang="ko-KR" dirty="0" err="1"/>
              <a:t>logP</a:t>
            </a:r>
            <a:r>
              <a:rPr lang="en-US" altLang="ko-KR" dirty="0"/>
              <a:t>)?</a:t>
            </a:r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3264EF0-E99D-3AD1-2C45-BAD0FC166AF8}"/>
              </a:ext>
            </a:extLst>
          </p:cNvPr>
          <p:cNvSpPr/>
          <p:nvPr/>
        </p:nvSpPr>
        <p:spPr>
          <a:xfrm>
            <a:off x="3806164" y="2005748"/>
            <a:ext cx="1472859" cy="6259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ZINC DB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58B61EF-DF6D-A836-57D2-5E31FF7C415F}"/>
              </a:ext>
            </a:extLst>
          </p:cNvPr>
          <p:cNvSpPr/>
          <p:nvPr/>
        </p:nvSpPr>
        <p:spPr>
          <a:xfrm>
            <a:off x="1441151" y="2949809"/>
            <a:ext cx="1295911" cy="6259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AAAA.txt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D282F1A-A284-9161-D465-662BB43075BA}"/>
              </a:ext>
            </a:extLst>
          </p:cNvPr>
          <p:cNvSpPr/>
          <p:nvPr/>
        </p:nvSpPr>
        <p:spPr>
          <a:xfrm>
            <a:off x="3207559" y="2949808"/>
            <a:ext cx="1295911" cy="6259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AAAB.txt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30F88BE-264D-70C8-9565-F6FC768B0F45}"/>
              </a:ext>
            </a:extLst>
          </p:cNvPr>
          <p:cNvSpPr/>
          <p:nvPr/>
        </p:nvSpPr>
        <p:spPr>
          <a:xfrm>
            <a:off x="4875264" y="2949808"/>
            <a:ext cx="1295911" cy="6259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AAACB.txt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6AE32F-D80F-157E-C9EA-543E8D05C76E}"/>
              </a:ext>
            </a:extLst>
          </p:cNvPr>
          <p:cNvSpPr txBox="1"/>
          <p:nvPr/>
        </p:nvSpPr>
        <p:spPr>
          <a:xfrm>
            <a:off x="6542969" y="307812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3D15869-E056-C75F-5F6B-4327D3F4A3AE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2089107" y="2631713"/>
            <a:ext cx="2453487" cy="318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34A42C8-FE60-0DE9-97B4-6DAC452D8E58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3855515" y="2631713"/>
            <a:ext cx="687079" cy="318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73B9903-05D4-705D-CFF7-8E3CE25C7B86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4542594" y="2631713"/>
            <a:ext cx="980626" cy="318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C843C45-E948-FCFD-1836-98642AE62966}"/>
              </a:ext>
            </a:extLst>
          </p:cNvPr>
          <p:cNvSpPr txBox="1"/>
          <p:nvPr/>
        </p:nvSpPr>
        <p:spPr>
          <a:xfrm>
            <a:off x="5434977" y="791103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Min()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98DFC8-E10E-6182-485D-4445AC44435F}"/>
              </a:ext>
            </a:extLst>
          </p:cNvPr>
          <p:cNvSpPr txBox="1"/>
          <p:nvPr/>
        </p:nvSpPr>
        <p:spPr>
          <a:xfrm>
            <a:off x="1725865" y="3709204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Min()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5C57E3-40F0-A2B5-E231-249EE0267114}"/>
              </a:ext>
            </a:extLst>
          </p:cNvPr>
          <p:cNvSpPr txBox="1"/>
          <p:nvPr/>
        </p:nvSpPr>
        <p:spPr>
          <a:xfrm>
            <a:off x="3442923" y="3709204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Min()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AB5902-883B-05D1-C31F-B4FBFE65F5CA}"/>
              </a:ext>
            </a:extLst>
          </p:cNvPr>
          <p:cNvSpPr txBox="1"/>
          <p:nvPr/>
        </p:nvSpPr>
        <p:spPr>
          <a:xfrm>
            <a:off x="5159978" y="3790008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Min()</a:t>
            </a:r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D2B8EF0-74F2-CDCF-478A-06DAD8B468E7}"/>
              </a:ext>
            </a:extLst>
          </p:cNvPr>
          <p:cNvSpPr/>
          <p:nvPr/>
        </p:nvSpPr>
        <p:spPr>
          <a:xfrm>
            <a:off x="1620145" y="3639189"/>
            <a:ext cx="5842341" cy="65358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1C8679-2FE9-3AB9-12EB-D7235BEEE2F3}"/>
              </a:ext>
            </a:extLst>
          </p:cNvPr>
          <p:cNvSpPr txBox="1"/>
          <p:nvPr/>
        </p:nvSpPr>
        <p:spPr>
          <a:xfrm>
            <a:off x="6542969" y="3774105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D64F52-B125-4AE2-D5C3-B633967CE4E5}"/>
              </a:ext>
            </a:extLst>
          </p:cNvPr>
          <p:cNvSpPr txBox="1"/>
          <p:nvPr/>
        </p:nvSpPr>
        <p:spPr>
          <a:xfrm>
            <a:off x="6694452" y="4332658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Min()</a:t>
            </a:r>
            <a:endParaRPr lang="ko-KR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933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50</Words>
  <Application>Microsoft Office PowerPoint</Application>
  <PresentationFormat>와이드스크린</PresentationFormat>
  <Paragraphs>17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분할 정복 (divide and conquer)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 HYUN KIL</dc:creator>
  <cp:lastModifiedBy>SHIN HYUN KIL</cp:lastModifiedBy>
  <cp:revision>1</cp:revision>
  <dcterms:created xsi:type="dcterms:W3CDTF">2026-03-12T09:32:10Z</dcterms:created>
  <dcterms:modified xsi:type="dcterms:W3CDTF">2026-03-12T09:45:16Z</dcterms:modified>
</cp:coreProperties>
</file>