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64" r:id="rId3"/>
    <p:sldId id="273" r:id="rId4"/>
    <p:sldId id="257" r:id="rId5"/>
    <p:sldId id="258" r:id="rId6"/>
    <p:sldId id="276" r:id="rId7"/>
    <p:sldId id="277" r:id="rId8"/>
    <p:sldId id="261" r:id="rId9"/>
    <p:sldId id="263" r:id="rId10"/>
    <p:sldId id="275" r:id="rId11"/>
    <p:sldId id="274" r:id="rId12"/>
    <p:sldId id="278" r:id="rId13"/>
    <p:sldId id="279" r:id="rId14"/>
    <p:sldId id="282" r:id="rId15"/>
    <p:sldId id="283" r:id="rId16"/>
    <p:sldId id="284" r:id="rId17"/>
    <p:sldId id="285" r:id="rId18"/>
    <p:sldId id="280" r:id="rId19"/>
    <p:sldId id="281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1F55B1-9350-4AA4-A50B-8CF8CB3FEC27}" v="14" dt="2026-03-03T11:48:49.9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 HYUN KIL" userId="d5bffe1d-586f-4b28-9005-eb11788ec385" providerId="ADAL" clId="{805880D9-F6C5-4CD4-BA49-F2F1E36C3230}"/>
    <pc:docChg chg="undo custSel addSld delSld modSld">
      <pc:chgData name="SHIN HYUN KIL" userId="d5bffe1d-586f-4b28-9005-eb11788ec385" providerId="ADAL" clId="{805880D9-F6C5-4CD4-BA49-F2F1E36C3230}" dt="2026-03-04T02:13:31.528" v="2533" actId="47"/>
      <pc:docMkLst>
        <pc:docMk/>
      </pc:docMkLst>
      <pc:sldChg chg="add del">
        <pc:chgData name="SHIN HYUN KIL" userId="d5bffe1d-586f-4b28-9005-eb11788ec385" providerId="ADAL" clId="{805880D9-F6C5-4CD4-BA49-F2F1E36C3230}" dt="2026-03-04T02:12:14.498" v="2529" actId="47"/>
        <pc:sldMkLst>
          <pc:docMk/>
          <pc:sldMk cId="0" sldId="256"/>
        </pc:sldMkLst>
      </pc:sldChg>
      <pc:sldChg chg="add del">
        <pc:chgData name="SHIN HYUN KIL" userId="d5bffe1d-586f-4b28-9005-eb11788ec385" providerId="ADAL" clId="{805880D9-F6C5-4CD4-BA49-F2F1E36C3230}" dt="2026-03-04T02:12:14.498" v="2529" actId="47"/>
        <pc:sldMkLst>
          <pc:docMk/>
          <pc:sldMk cId="3565673479" sldId="257"/>
        </pc:sldMkLst>
      </pc:sldChg>
      <pc:sldChg chg="add del">
        <pc:chgData name="SHIN HYUN KIL" userId="d5bffe1d-586f-4b28-9005-eb11788ec385" providerId="ADAL" clId="{805880D9-F6C5-4CD4-BA49-F2F1E36C3230}" dt="2026-03-04T02:12:14.498" v="2529" actId="47"/>
        <pc:sldMkLst>
          <pc:docMk/>
          <pc:sldMk cId="3371381427" sldId="258"/>
        </pc:sldMkLst>
      </pc:sldChg>
      <pc:sldChg chg="add del">
        <pc:chgData name="SHIN HYUN KIL" userId="d5bffe1d-586f-4b28-9005-eb11788ec385" providerId="ADAL" clId="{805880D9-F6C5-4CD4-BA49-F2F1E36C3230}" dt="2026-03-04T02:12:14.498" v="2529" actId="47"/>
        <pc:sldMkLst>
          <pc:docMk/>
          <pc:sldMk cId="1128425611" sldId="261"/>
        </pc:sldMkLst>
      </pc:sldChg>
      <pc:sldChg chg="add del">
        <pc:chgData name="SHIN HYUN KIL" userId="d5bffe1d-586f-4b28-9005-eb11788ec385" providerId="ADAL" clId="{805880D9-F6C5-4CD4-BA49-F2F1E36C3230}" dt="2026-03-04T02:12:14.498" v="2529" actId="47"/>
        <pc:sldMkLst>
          <pc:docMk/>
          <pc:sldMk cId="1186675150" sldId="263"/>
        </pc:sldMkLst>
      </pc:sldChg>
      <pc:sldChg chg="add del">
        <pc:chgData name="SHIN HYUN KIL" userId="d5bffe1d-586f-4b28-9005-eb11788ec385" providerId="ADAL" clId="{805880D9-F6C5-4CD4-BA49-F2F1E36C3230}" dt="2026-03-04T02:12:14.498" v="2529" actId="47"/>
        <pc:sldMkLst>
          <pc:docMk/>
          <pc:sldMk cId="0" sldId="264"/>
        </pc:sldMkLst>
      </pc:sldChg>
      <pc:sldChg chg="add del">
        <pc:chgData name="SHIN HYUN KIL" userId="d5bffe1d-586f-4b28-9005-eb11788ec385" providerId="ADAL" clId="{805880D9-F6C5-4CD4-BA49-F2F1E36C3230}" dt="2026-03-04T02:12:14.498" v="2529" actId="47"/>
        <pc:sldMkLst>
          <pc:docMk/>
          <pc:sldMk cId="1471907381" sldId="273"/>
        </pc:sldMkLst>
      </pc:sldChg>
      <pc:sldChg chg="modSp add del mod">
        <pc:chgData name="SHIN HYUN KIL" userId="d5bffe1d-586f-4b28-9005-eb11788ec385" providerId="ADAL" clId="{805880D9-F6C5-4CD4-BA49-F2F1E36C3230}" dt="2026-03-04T02:12:14.498" v="2529" actId="47"/>
        <pc:sldMkLst>
          <pc:docMk/>
          <pc:sldMk cId="1723213306" sldId="274"/>
        </pc:sldMkLst>
        <pc:spChg chg="mod">
          <ac:chgData name="SHIN HYUN KIL" userId="d5bffe1d-586f-4b28-9005-eb11788ec385" providerId="ADAL" clId="{805880D9-F6C5-4CD4-BA49-F2F1E36C3230}" dt="2026-03-04T02:09:43.710" v="2524" actId="20577"/>
          <ac:spMkLst>
            <pc:docMk/>
            <pc:sldMk cId="1723213306" sldId="274"/>
            <ac:spMk id="5" creationId="{76CA996C-A28E-2739-14FF-30EF70484CCD}"/>
          </ac:spMkLst>
        </pc:spChg>
      </pc:sldChg>
      <pc:sldChg chg="add del">
        <pc:chgData name="SHIN HYUN KIL" userId="d5bffe1d-586f-4b28-9005-eb11788ec385" providerId="ADAL" clId="{805880D9-F6C5-4CD4-BA49-F2F1E36C3230}" dt="2026-03-04T02:12:14.498" v="2529" actId="47"/>
        <pc:sldMkLst>
          <pc:docMk/>
          <pc:sldMk cId="1664971784" sldId="275"/>
        </pc:sldMkLst>
      </pc:sldChg>
      <pc:sldChg chg="add del">
        <pc:chgData name="SHIN HYUN KIL" userId="d5bffe1d-586f-4b28-9005-eb11788ec385" providerId="ADAL" clId="{805880D9-F6C5-4CD4-BA49-F2F1E36C3230}" dt="2026-03-04T02:12:14.498" v="2529" actId="47"/>
        <pc:sldMkLst>
          <pc:docMk/>
          <pc:sldMk cId="737508583" sldId="276"/>
        </pc:sldMkLst>
      </pc:sldChg>
      <pc:sldChg chg="add del">
        <pc:chgData name="SHIN HYUN KIL" userId="d5bffe1d-586f-4b28-9005-eb11788ec385" providerId="ADAL" clId="{805880D9-F6C5-4CD4-BA49-F2F1E36C3230}" dt="2026-03-04T02:12:14.498" v="2529" actId="47"/>
        <pc:sldMkLst>
          <pc:docMk/>
          <pc:sldMk cId="2980288189" sldId="277"/>
        </pc:sldMkLst>
      </pc:sldChg>
      <pc:sldChg chg="modSp add del mod">
        <pc:chgData name="SHIN HYUN KIL" userId="d5bffe1d-586f-4b28-9005-eb11788ec385" providerId="ADAL" clId="{805880D9-F6C5-4CD4-BA49-F2F1E36C3230}" dt="2026-03-04T02:12:14.498" v="2529" actId="47"/>
        <pc:sldMkLst>
          <pc:docMk/>
          <pc:sldMk cId="1649937198" sldId="278"/>
        </pc:sldMkLst>
        <pc:spChg chg="mod">
          <ac:chgData name="SHIN HYUN KIL" userId="d5bffe1d-586f-4b28-9005-eb11788ec385" providerId="ADAL" clId="{805880D9-F6C5-4CD4-BA49-F2F1E36C3230}" dt="2026-03-04T02:10:17.220" v="2526" actId="20577"/>
          <ac:spMkLst>
            <pc:docMk/>
            <pc:sldMk cId="1649937198" sldId="278"/>
            <ac:spMk id="5" creationId="{64A27A1E-A350-F37E-0BB6-27249B74CD82}"/>
          </ac:spMkLst>
        </pc:spChg>
      </pc:sldChg>
      <pc:sldChg chg="add del">
        <pc:chgData name="SHIN HYUN KIL" userId="d5bffe1d-586f-4b28-9005-eb11788ec385" providerId="ADAL" clId="{805880D9-F6C5-4CD4-BA49-F2F1E36C3230}" dt="2026-03-04T02:12:14.498" v="2529" actId="47"/>
        <pc:sldMkLst>
          <pc:docMk/>
          <pc:sldMk cId="3693837924" sldId="279"/>
        </pc:sldMkLst>
      </pc:sldChg>
      <pc:sldChg chg="addSp delSp modSp new add del mod modClrScheme chgLayout">
        <pc:chgData name="SHIN HYUN KIL" userId="d5bffe1d-586f-4b28-9005-eb11788ec385" providerId="ADAL" clId="{805880D9-F6C5-4CD4-BA49-F2F1E36C3230}" dt="2026-03-04T02:12:14.498" v="2529" actId="47"/>
        <pc:sldMkLst>
          <pc:docMk/>
          <pc:sldMk cId="164777337" sldId="280"/>
        </pc:sldMkLst>
        <pc:spChg chg="del mod ord">
          <ac:chgData name="SHIN HYUN KIL" userId="d5bffe1d-586f-4b28-9005-eb11788ec385" providerId="ADAL" clId="{805880D9-F6C5-4CD4-BA49-F2F1E36C3230}" dt="2026-03-04T00:32:07.708" v="2" actId="700"/>
          <ac:spMkLst>
            <pc:docMk/>
            <pc:sldMk cId="164777337" sldId="280"/>
            <ac:spMk id="2" creationId="{413DE1A9-4F00-EFBA-D993-255D90524C16}"/>
          </ac:spMkLst>
        </pc:spChg>
        <pc:spChg chg="add del mod ord">
          <ac:chgData name="SHIN HYUN KIL" userId="d5bffe1d-586f-4b28-9005-eb11788ec385" providerId="ADAL" clId="{805880D9-F6C5-4CD4-BA49-F2F1E36C3230}" dt="2026-03-04T00:32:10.190" v="3" actId="700"/>
          <ac:spMkLst>
            <pc:docMk/>
            <pc:sldMk cId="164777337" sldId="280"/>
            <ac:spMk id="3" creationId="{C8D3C453-75B2-C41C-6EB1-01A5CB437834}"/>
          </ac:spMkLst>
        </pc:spChg>
        <pc:spChg chg="add del mod ord">
          <ac:chgData name="SHIN HYUN KIL" userId="d5bffe1d-586f-4b28-9005-eb11788ec385" providerId="ADAL" clId="{805880D9-F6C5-4CD4-BA49-F2F1E36C3230}" dt="2026-03-04T00:32:10.190" v="3" actId="700"/>
          <ac:spMkLst>
            <pc:docMk/>
            <pc:sldMk cId="164777337" sldId="280"/>
            <ac:spMk id="4" creationId="{997E93DD-AB1A-910A-AEF0-9682E3E754CF}"/>
          </ac:spMkLst>
        </pc:spChg>
        <pc:spChg chg="add del mod ord">
          <ac:chgData name="SHIN HYUN KIL" userId="d5bffe1d-586f-4b28-9005-eb11788ec385" providerId="ADAL" clId="{805880D9-F6C5-4CD4-BA49-F2F1E36C3230}" dt="2026-03-04T00:34:08.096" v="5" actId="478"/>
          <ac:spMkLst>
            <pc:docMk/>
            <pc:sldMk cId="164777337" sldId="280"/>
            <ac:spMk id="5" creationId="{78FA9345-73F5-7491-12F5-F5B88B6361EC}"/>
          </ac:spMkLst>
        </pc:spChg>
        <pc:spChg chg="add del mod ord">
          <ac:chgData name="SHIN HYUN KIL" userId="d5bffe1d-586f-4b28-9005-eb11788ec385" providerId="ADAL" clId="{805880D9-F6C5-4CD4-BA49-F2F1E36C3230}" dt="2026-03-04T00:34:08.096" v="5" actId="478"/>
          <ac:spMkLst>
            <pc:docMk/>
            <pc:sldMk cId="164777337" sldId="280"/>
            <ac:spMk id="6" creationId="{537B1407-5FFE-89A6-1412-729F4F5A46DA}"/>
          </ac:spMkLst>
        </pc:spChg>
        <pc:spChg chg="add del mod">
          <ac:chgData name="SHIN HYUN KIL" userId="d5bffe1d-586f-4b28-9005-eb11788ec385" providerId="ADAL" clId="{805880D9-F6C5-4CD4-BA49-F2F1E36C3230}" dt="2026-03-04T00:34:29.160" v="50"/>
          <ac:spMkLst>
            <pc:docMk/>
            <pc:sldMk cId="164777337" sldId="280"/>
            <ac:spMk id="9" creationId="{6BB299CF-DCF7-2B1A-8A85-08B9A428274C}"/>
          </ac:spMkLst>
        </pc:spChg>
        <pc:spChg chg="add mod">
          <ac:chgData name="SHIN HYUN KIL" userId="d5bffe1d-586f-4b28-9005-eb11788ec385" providerId="ADAL" clId="{805880D9-F6C5-4CD4-BA49-F2F1E36C3230}" dt="2026-03-04T00:44:11.152" v="296" actId="20577"/>
          <ac:spMkLst>
            <pc:docMk/>
            <pc:sldMk cId="164777337" sldId="280"/>
            <ac:spMk id="10" creationId="{D5D32A2B-F372-FDCD-FDC0-920F6DFC7CD4}"/>
          </ac:spMkLst>
        </pc:spChg>
        <pc:picChg chg="add del">
          <ac:chgData name="SHIN HYUN KIL" userId="d5bffe1d-586f-4b28-9005-eb11788ec385" providerId="ADAL" clId="{805880D9-F6C5-4CD4-BA49-F2F1E36C3230}" dt="2026-03-04T00:42:00.495" v="203" actId="478"/>
          <ac:picMkLst>
            <pc:docMk/>
            <pc:sldMk cId="164777337" sldId="280"/>
            <ac:picMk id="8" creationId="{D91E0CDC-539A-6AAA-D00B-BAA666B1BC0D}"/>
          </ac:picMkLst>
        </pc:picChg>
        <pc:picChg chg="add mod ord">
          <ac:chgData name="SHIN HYUN KIL" userId="d5bffe1d-586f-4b28-9005-eb11788ec385" providerId="ADAL" clId="{805880D9-F6C5-4CD4-BA49-F2F1E36C3230}" dt="2026-03-04T00:43:50.644" v="288" actId="1035"/>
          <ac:picMkLst>
            <pc:docMk/>
            <pc:sldMk cId="164777337" sldId="280"/>
            <ac:picMk id="12" creationId="{2BF04F85-9EE1-176F-5149-08770495E705}"/>
          </ac:picMkLst>
        </pc:picChg>
      </pc:sldChg>
      <pc:sldChg chg="del">
        <pc:chgData name="SHIN HYUN KIL" userId="d5bffe1d-586f-4b28-9005-eb11788ec385" providerId="ADAL" clId="{805880D9-F6C5-4CD4-BA49-F2F1E36C3230}" dt="2026-03-04T00:31:44.198" v="0" actId="47"/>
        <pc:sldMkLst>
          <pc:docMk/>
          <pc:sldMk cId="1439391773" sldId="280"/>
        </pc:sldMkLst>
      </pc:sldChg>
      <pc:sldChg chg="addSp delSp modSp new add del mod">
        <pc:chgData name="SHIN HYUN KIL" userId="d5bffe1d-586f-4b28-9005-eb11788ec385" providerId="ADAL" clId="{805880D9-F6C5-4CD4-BA49-F2F1E36C3230}" dt="2026-03-04T02:12:14.498" v="2529" actId="47"/>
        <pc:sldMkLst>
          <pc:docMk/>
          <pc:sldMk cId="4028353442" sldId="281"/>
        </pc:sldMkLst>
        <pc:spChg chg="del">
          <ac:chgData name="SHIN HYUN KIL" userId="d5bffe1d-586f-4b28-9005-eb11788ec385" providerId="ADAL" clId="{805880D9-F6C5-4CD4-BA49-F2F1E36C3230}" dt="2026-03-04T00:42:53.937" v="208" actId="478"/>
          <ac:spMkLst>
            <pc:docMk/>
            <pc:sldMk cId="4028353442" sldId="281"/>
            <ac:spMk id="2" creationId="{3BA56CD7-ECD9-75C5-9C4C-2B1B20CB2891}"/>
          </ac:spMkLst>
        </pc:spChg>
        <pc:spChg chg="del">
          <ac:chgData name="SHIN HYUN KIL" userId="d5bffe1d-586f-4b28-9005-eb11788ec385" providerId="ADAL" clId="{805880D9-F6C5-4CD4-BA49-F2F1E36C3230}" dt="2026-03-04T00:42:53.937" v="208" actId="478"/>
          <ac:spMkLst>
            <pc:docMk/>
            <pc:sldMk cId="4028353442" sldId="281"/>
            <ac:spMk id="3" creationId="{9B6569B5-5370-37D1-74FD-143791F43BAC}"/>
          </ac:spMkLst>
        </pc:spChg>
        <pc:spChg chg="add mod">
          <ac:chgData name="SHIN HYUN KIL" userId="d5bffe1d-586f-4b28-9005-eb11788ec385" providerId="ADAL" clId="{805880D9-F6C5-4CD4-BA49-F2F1E36C3230}" dt="2026-03-04T00:44:15.085" v="297"/>
          <ac:spMkLst>
            <pc:docMk/>
            <pc:sldMk cId="4028353442" sldId="281"/>
            <ac:spMk id="6" creationId="{35AE18F8-FD9F-6E6A-9276-969A45D2E6CB}"/>
          </ac:spMkLst>
        </pc:spChg>
        <pc:picChg chg="add mod">
          <ac:chgData name="SHIN HYUN KIL" userId="d5bffe1d-586f-4b28-9005-eb11788ec385" providerId="ADAL" clId="{805880D9-F6C5-4CD4-BA49-F2F1E36C3230}" dt="2026-03-04T00:44:17.177" v="309" actId="1036"/>
          <ac:picMkLst>
            <pc:docMk/>
            <pc:sldMk cId="4028353442" sldId="281"/>
            <ac:picMk id="5" creationId="{E74A9CD9-C9D8-E7DB-3783-D56F9457BA7D}"/>
          </ac:picMkLst>
        </pc:picChg>
      </pc:sldChg>
      <pc:sldChg chg="addSp delSp modSp new add del mod">
        <pc:chgData name="SHIN HYUN KIL" userId="d5bffe1d-586f-4b28-9005-eb11788ec385" providerId="ADAL" clId="{805880D9-F6C5-4CD4-BA49-F2F1E36C3230}" dt="2026-03-04T02:12:14.498" v="2529" actId="47"/>
        <pc:sldMkLst>
          <pc:docMk/>
          <pc:sldMk cId="314711836" sldId="282"/>
        </pc:sldMkLst>
        <pc:spChg chg="del">
          <ac:chgData name="SHIN HYUN KIL" userId="d5bffe1d-586f-4b28-9005-eb11788ec385" providerId="ADAL" clId="{805880D9-F6C5-4CD4-BA49-F2F1E36C3230}" dt="2026-03-04T01:22:48.080" v="1398" actId="478"/>
          <ac:spMkLst>
            <pc:docMk/>
            <pc:sldMk cId="314711836" sldId="282"/>
            <ac:spMk id="2" creationId="{6E909FFF-7A0F-C1DD-D7EE-291A49FE6BB7}"/>
          </ac:spMkLst>
        </pc:spChg>
        <pc:spChg chg="add mod">
          <ac:chgData name="SHIN HYUN KIL" userId="d5bffe1d-586f-4b28-9005-eb11788ec385" providerId="ADAL" clId="{805880D9-F6C5-4CD4-BA49-F2F1E36C3230}" dt="2026-03-04T01:42:23.498" v="1466" actId="207"/>
          <ac:spMkLst>
            <pc:docMk/>
            <pc:sldMk cId="314711836" sldId="282"/>
            <ac:spMk id="5" creationId="{72C5D5EC-3859-8BBB-5426-E9AE00BC6330}"/>
          </ac:spMkLst>
        </pc:spChg>
        <pc:picChg chg="add">
          <ac:chgData name="SHIN HYUN KIL" userId="d5bffe1d-586f-4b28-9005-eb11788ec385" providerId="ADAL" clId="{805880D9-F6C5-4CD4-BA49-F2F1E36C3230}" dt="2026-03-04T01:22:48.356" v="1399" actId="22"/>
          <ac:picMkLst>
            <pc:docMk/>
            <pc:sldMk cId="314711836" sldId="282"/>
            <ac:picMk id="4" creationId="{BB04CC33-E550-7D71-6438-EE342F37B8EC}"/>
          </ac:picMkLst>
        </pc:picChg>
      </pc:sldChg>
      <pc:sldChg chg="addSp delSp modSp new del mod modClrScheme chgLayout">
        <pc:chgData name="SHIN HYUN KIL" userId="d5bffe1d-586f-4b28-9005-eb11788ec385" providerId="ADAL" clId="{805880D9-F6C5-4CD4-BA49-F2F1E36C3230}" dt="2026-03-04T01:01:02.961" v="1396" actId="2696"/>
        <pc:sldMkLst>
          <pc:docMk/>
          <pc:sldMk cId="1936679007" sldId="282"/>
        </pc:sldMkLst>
        <pc:spChg chg="del mod ord">
          <ac:chgData name="SHIN HYUN KIL" userId="d5bffe1d-586f-4b28-9005-eb11788ec385" providerId="ADAL" clId="{805880D9-F6C5-4CD4-BA49-F2F1E36C3230}" dt="2026-03-04T00:49:16.130" v="311" actId="700"/>
          <ac:spMkLst>
            <pc:docMk/>
            <pc:sldMk cId="1936679007" sldId="282"/>
            <ac:spMk id="2" creationId="{2B60594E-5FCA-2B26-6367-BC63BD9CA930}"/>
          </ac:spMkLst>
        </pc:spChg>
        <pc:spChg chg="add mod ord">
          <ac:chgData name="SHIN HYUN KIL" userId="d5bffe1d-586f-4b28-9005-eb11788ec385" providerId="ADAL" clId="{805880D9-F6C5-4CD4-BA49-F2F1E36C3230}" dt="2026-03-04T00:49:37.747" v="341" actId="20577"/>
          <ac:spMkLst>
            <pc:docMk/>
            <pc:sldMk cId="1936679007" sldId="282"/>
            <ac:spMk id="3" creationId="{DF578052-E11A-6450-8566-DC18E8555894}"/>
          </ac:spMkLst>
        </pc:spChg>
        <pc:spChg chg="add mod ord">
          <ac:chgData name="SHIN HYUN KIL" userId="d5bffe1d-586f-4b28-9005-eb11788ec385" providerId="ADAL" clId="{805880D9-F6C5-4CD4-BA49-F2F1E36C3230}" dt="2026-03-04T00:59:37.787" v="1395" actId="20577"/>
          <ac:spMkLst>
            <pc:docMk/>
            <pc:sldMk cId="1936679007" sldId="282"/>
            <ac:spMk id="4" creationId="{00354F08-41A3-08AB-FD11-DC379A2AEE3F}"/>
          </ac:spMkLst>
        </pc:spChg>
      </pc:sldChg>
      <pc:sldChg chg="addSp delSp modSp new add del mod">
        <pc:chgData name="SHIN HYUN KIL" userId="d5bffe1d-586f-4b28-9005-eb11788ec385" providerId="ADAL" clId="{805880D9-F6C5-4CD4-BA49-F2F1E36C3230}" dt="2026-03-04T02:12:14.498" v="2529" actId="47"/>
        <pc:sldMkLst>
          <pc:docMk/>
          <pc:sldMk cId="4122992014" sldId="283"/>
        </pc:sldMkLst>
        <pc:spChg chg="del">
          <ac:chgData name="SHIN HYUN KIL" userId="d5bffe1d-586f-4b28-9005-eb11788ec385" providerId="ADAL" clId="{805880D9-F6C5-4CD4-BA49-F2F1E36C3230}" dt="2026-03-04T01:23:13.480" v="1401" actId="478"/>
          <ac:spMkLst>
            <pc:docMk/>
            <pc:sldMk cId="4122992014" sldId="283"/>
            <ac:spMk id="2" creationId="{464DBBC6-EF56-7249-1F4D-FB5E41543A03}"/>
          </ac:spMkLst>
        </pc:spChg>
        <pc:spChg chg="add mod">
          <ac:chgData name="SHIN HYUN KIL" userId="d5bffe1d-586f-4b28-9005-eb11788ec385" providerId="ADAL" clId="{805880D9-F6C5-4CD4-BA49-F2F1E36C3230}" dt="2026-03-04T02:02:36.762" v="1844" actId="20577"/>
          <ac:spMkLst>
            <pc:docMk/>
            <pc:sldMk cId="4122992014" sldId="283"/>
            <ac:spMk id="7" creationId="{BCA3CF6E-B118-56F1-8EC5-FD6D8FD18EDA}"/>
          </ac:spMkLst>
        </pc:spChg>
        <pc:picChg chg="add mod">
          <ac:chgData name="SHIN HYUN KIL" userId="d5bffe1d-586f-4b28-9005-eb11788ec385" providerId="ADAL" clId="{805880D9-F6C5-4CD4-BA49-F2F1E36C3230}" dt="2026-03-04T01:23:47.401" v="1406" actId="1076"/>
          <ac:picMkLst>
            <pc:docMk/>
            <pc:sldMk cId="4122992014" sldId="283"/>
            <ac:picMk id="4" creationId="{A6A4B84A-BF6C-A4C8-BCD3-02A5F22204E7}"/>
          </ac:picMkLst>
        </pc:picChg>
        <pc:picChg chg="add mod">
          <ac:chgData name="SHIN HYUN KIL" userId="d5bffe1d-586f-4b28-9005-eb11788ec385" providerId="ADAL" clId="{805880D9-F6C5-4CD4-BA49-F2F1E36C3230}" dt="2026-03-04T01:23:48.814" v="1407" actId="1076"/>
          <ac:picMkLst>
            <pc:docMk/>
            <pc:sldMk cId="4122992014" sldId="283"/>
            <ac:picMk id="6" creationId="{9D7CBBD9-A5CB-62D3-9B63-4193EBE6FEE5}"/>
          </ac:picMkLst>
        </pc:picChg>
      </pc:sldChg>
      <pc:sldChg chg="addSp delSp new add del mod">
        <pc:chgData name="SHIN HYUN KIL" userId="d5bffe1d-586f-4b28-9005-eb11788ec385" providerId="ADAL" clId="{805880D9-F6C5-4CD4-BA49-F2F1E36C3230}" dt="2026-03-04T02:12:14.498" v="2529" actId="47"/>
        <pc:sldMkLst>
          <pc:docMk/>
          <pc:sldMk cId="3486298240" sldId="284"/>
        </pc:sldMkLst>
        <pc:spChg chg="del">
          <ac:chgData name="SHIN HYUN KIL" userId="d5bffe1d-586f-4b28-9005-eb11788ec385" providerId="ADAL" clId="{805880D9-F6C5-4CD4-BA49-F2F1E36C3230}" dt="2026-03-04T01:43:41.491" v="1545" actId="478"/>
          <ac:spMkLst>
            <pc:docMk/>
            <pc:sldMk cId="3486298240" sldId="284"/>
            <ac:spMk id="2" creationId="{42B6EDAC-B55C-7023-661C-663905D2B56D}"/>
          </ac:spMkLst>
        </pc:spChg>
        <pc:picChg chg="add">
          <ac:chgData name="SHIN HYUN KIL" userId="d5bffe1d-586f-4b28-9005-eb11788ec385" providerId="ADAL" clId="{805880D9-F6C5-4CD4-BA49-F2F1E36C3230}" dt="2026-03-04T01:44:06.196" v="1546" actId="22"/>
          <ac:picMkLst>
            <pc:docMk/>
            <pc:sldMk cId="3486298240" sldId="284"/>
            <ac:picMk id="4" creationId="{0ED8B86E-08AB-0090-4F70-D3410FBD07E8}"/>
          </ac:picMkLst>
        </pc:picChg>
      </pc:sldChg>
      <pc:sldChg chg="addSp delSp modSp new add del mod modClrScheme chgLayout">
        <pc:chgData name="SHIN HYUN KIL" userId="d5bffe1d-586f-4b28-9005-eb11788ec385" providerId="ADAL" clId="{805880D9-F6C5-4CD4-BA49-F2F1E36C3230}" dt="2026-03-04T02:12:14.498" v="2529" actId="47"/>
        <pc:sldMkLst>
          <pc:docMk/>
          <pc:sldMk cId="217310111" sldId="285"/>
        </pc:sldMkLst>
        <pc:spChg chg="del mod ord">
          <ac:chgData name="SHIN HYUN KIL" userId="d5bffe1d-586f-4b28-9005-eb11788ec385" providerId="ADAL" clId="{805880D9-F6C5-4CD4-BA49-F2F1E36C3230}" dt="2026-03-04T01:57:16.481" v="1548" actId="700"/>
          <ac:spMkLst>
            <pc:docMk/>
            <pc:sldMk cId="217310111" sldId="285"/>
            <ac:spMk id="2" creationId="{B6EAACC2-2E96-1660-4FF9-90EB2DC4BCE2}"/>
          </ac:spMkLst>
        </pc:spChg>
        <pc:spChg chg="add mod ord">
          <ac:chgData name="SHIN HYUN KIL" userId="d5bffe1d-586f-4b28-9005-eb11788ec385" providerId="ADAL" clId="{805880D9-F6C5-4CD4-BA49-F2F1E36C3230}" dt="2026-03-04T01:57:26.606" v="1604" actId="20577"/>
          <ac:spMkLst>
            <pc:docMk/>
            <pc:sldMk cId="217310111" sldId="285"/>
            <ac:spMk id="3" creationId="{197A3DC7-12D0-1425-BCF1-A89C94C831A4}"/>
          </ac:spMkLst>
        </pc:spChg>
        <pc:spChg chg="add mod ord">
          <ac:chgData name="SHIN HYUN KIL" userId="d5bffe1d-586f-4b28-9005-eb11788ec385" providerId="ADAL" clId="{805880D9-F6C5-4CD4-BA49-F2F1E36C3230}" dt="2026-03-04T02:06:59.357" v="2456" actId="27636"/>
          <ac:spMkLst>
            <pc:docMk/>
            <pc:sldMk cId="217310111" sldId="285"/>
            <ac:spMk id="4" creationId="{9F752132-82BC-5B84-B4C1-3C9878FCBA6A}"/>
          </ac:spMkLst>
        </pc:spChg>
      </pc:sldChg>
      <pc:sldChg chg="addSp delSp modSp new add del mod">
        <pc:chgData name="SHIN HYUN KIL" userId="d5bffe1d-586f-4b28-9005-eb11788ec385" providerId="ADAL" clId="{805880D9-F6C5-4CD4-BA49-F2F1E36C3230}" dt="2026-03-04T02:13:31.528" v="2533" actId="47"/>
        <pc:sldMkLst>
          <pc:docMk/>
          <pc:sldMk cId="3221261871" sldId="286"/>
        </pc:sldMkLst>
        <pc:spChg chg="del mod">
          <ac:chgData name="SHIN HYUN KIL" userId="d5bffe1d-586f-4b28-9005-eb11788ec385" providerId="ADAL" clId="{805880D9-F6C5-4CD4-BA49-F2F1E36C3230}" dt="2026-03-04T02:12:17.130" v="2531" actId="478"/>
          <ac:spMkLst>
            <pc:docMk/>
            <pc:sldMk cId="3221261871" sldId="286"/>
            <ac:spMk id="2" creationId="{EB01B99E-FBEA-B2B0-BF80-99423546E751}"/>
          </ac:spMkLst>
        </pc:spChg>
        <pc:spChg chg="del">
          <ac:chgData name="SHIN HYUN KIL" userId="d5bffe1d-586f-4b28-9005-eb11788ec385" providerId="ADAL" clId="{805880D9-F6C5-4CD4-BA49-F2F1E36C3230}" dt="2026-03-04T02:12:17.130" v="2531" actId="478"/>
          <ac:spMkLst>
            <pc:docMk/>
            <pc:sldMk cId="3221261871" sldId="286"/>
            <ac:spMk id="3" creationId="{5D9ECBC9-7722-E2D3-9AC0-C2CEA7674545}"/>
          </ac:spMkLst>
        </pc:spChg>
        <pc:picChg chg="add">
          <ac:chgData name="SHIN HYUN KIL" userId="d5bffe1d-586f-4b28-9005-eb11788ec385" providerId="ADAL" clId="{805880D9-F6C5-4CD4-BA49-F2F1E36C3230}" dt="2026-03-04T02:12:17.231" v="2532" actId="22"/>
          <ac:picMkLst>
            <pc:docMk/>
            <pc:sldMk cId="3221261871" sldId="286"/>
            <ac:picMk id="5" creationId="{7061527B-1C0D-F85E-042F-A2E0CC924FFB}"/>
          </ac:picMkLst>
        </pc:picChg>
      </pc:sldChg>
      <pc:sldMasterChg chg="addSldLayout delSldLayout">
        <pc:chgData name="SHIN HYUN KIL" userId="d5bffe1d-586f-4b28-9005-eb11788ec385" providerId="ADAL" clId="{805880D9-F6C5-4CD4-BA49-F2F1E36C3230}" dt="2026-03-04T02:12:14.498" v="2529" actId="47"/>
        <pc:sldMasterMkLst>
          <pc:docMk/>
          <pc:sldMasterMk cId="0" sldId="2147483659"/>
        </pc:sldMasterMkLst>
        <pc:sldLayoutChg chg="add del">
          <pc:chgData name="SHIN HYUN KIL" userId="d5bffe1d-586f-4b28-9005-eb11788ec385" providerId="ADAL" clId="{805880D9-F6C5-4CD4-BA49-F2F1E36C3230}" dt="2026-03-04T02:12:14.498" v="2529" actId="47"/>
          <pc:sldLayoutMkLst>
            <pc:docMk/>
            <pc:sldMasterMk cId="0" sldId="2147483659"/>
            <pc:sldLayoutMk cId="0" sldId="2147483648"/>
          </pc:sldLayoutMkLst>
        </pc:sldLayoutChg>
        <pc:sldLayoutChg chg="add del">
          <pc:chgData name="SHIN HYUN KIL" userId="d5bffe1d-586f-4b28-9005-eb11788ec385" providerId="ADAL" clId="{805880D9-F6C5-4CD4-BA49-F2F1E36C3230}" dt="2026-03-04T02:12:14.498" v="2529" actId="47"/>
          <pc:sldLayoutMkLst>
            <pc:docMk/>
            <pc:sldMasterMk cId="0" sldId="2147483659"/>
            <pc:sldLayoutMk cId="0" sldId="2147483649"/>
          </pc:sldLayoutMkLst>
        </pc:sldLayoutChg>
        <pc:sldLayoutChg chg="add del">
          <pc:chgData name="SHIN HYUN KIL" userId="d5bffe1d-586f-4b28-9005-eb11788ec385" providerId="ADAL" clId="{805880D9-F6C5-4CD4-BA49-F2F1E36C3230}" dt="2026-03-04T02:12:14.498" v="2529" actId="47"/>
          <pc:sldLayoutMkLst>
            <pc:docMk/>
            <pc:sldMasterMk cId="0" sldId="2147483659"/>
            <pc:sldLayoutMk cId="0" sldId="2147483650"/>
          </pc:sldLayoutMkLst>
        </pc:sldLayoutChg>
      </pc:sldMasterChg>
    </pc:docChg>
  </pc:docChgLst>
  <pc:docChgLst>
    <pc:chgData name="SHIN HYUN KIL" userId="d5bffe1d-586f-4b28-9005-eb11788ec385" providerId="ADAL" clId="{28E738DF-29E1-46A8-86AB-86F3687E81D9}"/>
    <pc:docChg chg="undo custSel addSld delSld modSld sldOrd">
      <pc:chgData name="SHIN HYUN KIL" userId="d5bffe1d-586f-4b28-9005-eb11788ec385" providerId="ADAL" clId="{28E738DF-29E1-46A8-86AB-86F3687E81D9}" dt="2026-03-03T20:34:11.885" v="2986" actId="20577"/>
      <pc:docMkLst>
        <pc:docMk/>
      </pc:docMkLst>
      <pc:sldChg chg="addSp modSp mod">
        <pc:chgData name="SHIN HYUN KIL" userId="d5bffe1d-586f-4b28-9005-eb11788ec385" providerId="ADAL" clId="{28E738DF-29E1-46A8-86AB-86F3687E81D9}" dt="2026-03-03T19:42:46.264" v="2894" actId="20577"/>
        <pc:sldMkLst>
          <pc:docMk/>
          <pc:sldMk cId="0" sldId="256"/>
        </pc:sldMkLst>
        <pc:spChg chg="mod">
          <ac:chgData name="SHIN HYUN KIL" userId="d5bffe1d-586f-4b28-9005-eb11788ec385" providerId="ADAL" clId="{28E738DF-29E1-46A8-86AB-86F3687E81D9}" dt="2026-03-02T06:20:53.789" v="39" actId="20577"/>
          <ac:spMkLst>
            <pc:docMk/>
            <pc:sldMk cId="0" sldId="256"/>
            <ac:spMk id="5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3-03T19:42:46.264" v="2894" actId="20577"/>
          <ac:spMkLst>
            <pc:docMk/>
            <pc:sldMk cId="0" sldId="256"/>
            <ac:spMk id="55" creationId="{00000000-0000-0000-0000-000000000000}"/>
          </ac:spMkLst>
        </pc:spChg>
        <pc:picChg chg="add mod">
          <ac:chgData name="SHIN HYUN KIL" userId="d5bffe1d-586f-4b28-9005-eb11788ec385" providerId="ADAL" clId="{28E738DF-29E1-46A8-86AB-86F3687E81D9}" dt="2026-03-02T06:20:39.446" v="5" actId="1076"/>
          <ac:picMkLst>
            <pc:docMk/>
            <pc:sldMk cId="0" sldId="256"/>
            <ac:picMk id="3" creationId="{69EC2291-477A-B3E6-1AF2-5ADD478C606C}"/>
          </ac:picMkLst>
        </pc:picChg>
      </pc:sldChg>
      <pc:sldChg chg="addSp delSp modSp new mod modClrScheme chgLayout">
        <pc:chgData name="SHIN HYUN KIL" userId="d5bffe1d-586f-4b28-9005-eb11788ec385" providerId="ADAL" clId="{28E738DF-29E1-46A8-86AB-86F3687E81D9}" dt="2026-03-02T07:25:23.691" v="2053" actId="20577"/>
        <pc:sldMkLst>
          <pc:docMk/>
          <pc:sldMk cId="3565673479" sldId="257"/>
        </pc:sldMkLst>
        <pc:spChg chg="del mod ord">
          <ac:chgData name="SHIN HYUN KIL" userId="d5bffe1d-586f-4b28-9005-eb11788ec385" providerId="ADAL" clId="{28E738DF-29E1-46A8-86AB-86F3687E81D9}" dt="2026-03-02T06:21:15.712" v="90" actId="700"/>
          <ac:spMkLst>
            <pc:docMk/>
            <pc:sldMk cId="3565673479" sldId="257"/>
            <ac:spMk id="2" creationId="{3C094B74-D8E4-CBB4-0A6A-C26B22694E54}"/>
          </ac:spMkLst>
        </pc:spChg>
        <pc:spChg chg="add mod ord">
          <ac:chgData name="SHIN HYUN KIL" userId="d5bffe1d-586f-4b28-9005-eb11788ec385" providerId="ADAL" clId="{28E738DF-29E1-46A8-86AB-86F3687E81D9}" dt="2026-03-02T07:25:23.691" v="2053" actId="20577"/>
          <ac:spMkLst>
            <pc:docMk/>
            <pc:sldMk cId="3565673479" sldId="257"/>
            <ac:spMk id="3" creationId="{B0DDD9F9-E100-6CE0-8C6B-64C3501117A3}"/>
          </ac:spMkLst>
        </pc:spChg>
        <pc:spChg chg="add del mod ord">
          <ac:chgData name="SHIN HYUN KIL" userId="d5bffe1d-586f-4b28-9005-eb11788ec385" providerId="ADAL" clId="{28E738DF-29E1-46A8-86AB-86F3687E81D9}" dt="2026-03-02T06:21:25.283" v="140" actId="478"/>
          <ac:spMkLst>
            <pc:docMk/>
            <pc:sldMk cId="3565673479" sldId="257"/>
            <ac:spMk id="4" creationId="{A3E8BF20-E41E-5CF1-2454-7121DBF7FF5C}"/>
          </ac:spMkLst>
        </pc:spChg>
        <pc:spChg chg="add mod">
          <ac:chgData name="SHIN HYUN KIL" userId="d5bffe1d-586f-4b28-9005-eb11788ec385" providerId="ADAL" clId="{28E738DF-29E1-46A8-86AB-86F3687E81D9}" dt="2026-03-02T06:22:44.558" v="179" actId="1076"/>
          <ac:spMkLst>
            <pc:docMk/>
            <pc:sldMk cId="3565673479" sldId="257"/>
            <ac:spMk id="5" creationId="{576A9855-345C-F25A-AA96-8D5DD21C0C73}"/>
          </ac:spMkLst>
        </pc:spChg>
        <pc:spChg chg="add mod">
          <ac:chgData name="SHIN HYUN KIL" userId="d5bffe1d-586f-4b28-9005-eb11788ec385" providerId="ADAL" clId="{28E738DF-29E1-46A8-86AB-86F3687E81D9}" dt="2026-03-02T06:22:44.558" v="179" actId="1076"/>
          <ac:spMkLst>
            <pc:docMk/>
            <pc:sldMk cId="3565673479" sldId="257"/>
            <ac:spMk id="8" creationId="{CC41B086-63F5-D4E5-1C01-93E5261720DA}"/>
          </ac:spMkLst>
        </pc:spChg>
        <pc:spChg chg="add del mod">
          <ac:chgData name="SHIN HYUN KIL" userId="d5bffe1d-586f-4b28-9005-eb11788ec385" providerId="ADAL" clId="{28E738DF-29E1-46A8-86AB-86F3687E81D9}" dt="2026-03-02T06:29:46.780" v="186"/>
          <ac:spMkLst>
            <pc:docMk/>
            <pc:sldMk cId="3565673479" sldId="257"/>
            <ac:spMk id="9" creationId="{8EC10B5D-76B6-EBB3-4394-681BB96B1F35}"/>
          </ac:spMkLst>
        </pc:spChg>
        <pc:spChg chg="add mod">
          <ac:chgData name="SHIN HYUN KIL" userId="d5bffe1d-586f-4b28-9005-eb11788ec385" providerId="ADAL" clId="{28E738DF-29E1-46A8-86AB-86F3687E81D9}" dt="2026-03-02T06:36:57.049" v="1168" actId="20577"/>
          <ac:spMkLst>
            <pc:docMk/>
            <pc:sldMk cId="3565673479" sldId="257"/>
            <ac:spMk id="10" creationId="{11994E03-4C4E-7060-5A25-01FA99EADFBE}"/>
          </ac:spMkLst>
        </pc:spChg>
        <pc:cxnChg chg="add mod">
          <ac:chgData name="SHIN HYUN KIL" userId="d5bffe1d-586f-4b28-9005-eb11788ec385" providerId="ADAL" clId="{28E738DF-29E1-46A8-86AB-86F3687E81D9}" dt="2026-03-02T06:22:44.558" v="179" actId="1076"/>
          <ac:cxnSpMkLst>
            <pc:docMk/>
            <pc:sldMk cId="3565673479" sldId="257"/>
            <ac:cxnSpMk id="7" creationId="{9B4EDB7E-3E8A-504F-0C43-46156F5CA1AA}"/>
          </ac:cxnSpMkLst>
        </pc:cxnChg>
      </pc:sldChg>
      <pc:sldChg chg="addSp delSp modSp new mod modClrScheme chgLayout">
        <pc:chgData name="SHIN HYUN KIL" userId="d5bffe1d-586f-4b28-9005-eb11788ec385" providerId="ADAL" clId="{28E738DF-29E1-46A8-86AB-86F3687E81D9}" dt="2026-03-03T11:14:01.805" v="2126" actId="20577"/>
        <pc:sldMkLst>
          <pc:docMk/>
          <pc:sldMk cId="3371381427" sldId="258"/>
        </pc:sldMkLst>
        <pc:spChg chg="mod ord">
          <ac:chgData name="SHIN HYUN KIL" userId="d5bffe1d-586f-4b28-9005-eb11788ec385" providerId="ADAL" clId="{28E738DF-29E1-46A8-86AB-86F3687E81D9}" dt="2026-03-03T11:14:01.805" v="2126" actId="20577"/>
          <ac:spMkLst>
            <pc:docMk/>
            <pc:sldMk cId="3371381427" sldId="258"/>
            <ac:spMk id="2" creationId="{3D6C3DB7-1814-D5A8-4CDA-DA4498D32777}"/>
          </ac:spMkLst>
        </pc:spChg>
        <pc:spChg chg="del">
          <ac:chgData name="SHIN HYUN KIL" userId="d5bffe1d-586f-4b28-9005-eb11788ec385" providerId="ADAL" clId="{28E738DF-29E1-46A8-86AB-86F3687E81D9}" dt="2026-03-02T06:32:54.009" v="718" actId="700"/>
          <ac:spMkLst>
            <pc:docMk/>
            <pc:sldMk cId="3371381427" sldId="258"/>
            <ac:spMk id="3" creationId="{23048A32-1AB4-A51A-0BB9-633B7854F4D0}"/>
          </ac:spMkLst>
        </pc:spChg>
        <pc:spChg chg="add mod">
          <ac:chgData name="SHIN HYUN KIL" userId="d5bffe1d-586f-4b28-9005-eb11788ec385" providerId="ADAL" clId="{28E738DF-29E1-46A8-86AB-86F3687E81D9}" dt="2026-03-02T06:33:23.239" v="740" actId="20577"/>
          <ac:spMkLst>
            <pc:docMk/>
            <pc:sldMk cId="3371381427" sldId="258"/>
            <ac:spMk id="4" creationId="{E4EBCF1A-6952-6FC7-7924-52C6977084F8}"/>
          </ac:spMkLst>
        </pc:spChg>
      </pc:sldChg>
      <pc:sldChg chg="modSp new del mod">
        <pc:chgData name="SHIN HYUN KIL" userId="d5bffe1d-586f-4b28-9005-eb11788ec385" providerId="ADAL" clId="{28E738DF-29E1-46A8-86AB-86F3687E81D9}" dt="2026-03-03T11:14:02.812" v="2127" actId="47"/>
        <pc:sldMkLst>
          <pc:docMk/>
          <pc:sldMk cId="2386111422" sldId="259"/>
        </pc:sldMkLst>
        <pc:spChg chg="mod">
          <ac:chgData name="SHIN HYUN KIL" userId="d5bffe1d-586f-4b28-9005-eb11788ec385" providerId="ADAL" clId="{28E738DF-29E1-46A8-86AB-86F3687E81D9}" dt="2026-03-02T06:34:05.812" v="828" actId="20577"/>
          <ac:spMkLst>
            <pc:docMk/>
            <pc:sldMk cId="2386111422" sldId="259"/>
            <ac:spMk id="2" creationId="{DDD3CEF1-C1C6-F7D9-2206-77DBA35F32D9}"/>
          </ac:spMkLst>
        </pc:spChg>
      </pc:sldChg>
      <pc:sldChg chg="addSp delSp modSp new del mod modClrScheme chgLayout">
        <pc:chgData name="SHIN HYUN KIL" userId="d5bffe1d-586f-4b28-9005-eb11788ec385" providerId="ADAL" clId="{28E738DF-29E1-46A8-86AB-86F3687E81D9}" dt="2026-03-03T11:13:10.143" v="2080" actId="47"/>
        <pc:sldMkLst>
          <pc:docMk/>
          <pc:sldMk cId="302901504" sldId="260"/>
        </pc:sldMkLst>
        <pc:spChg chg="del mod ord">
          <ac:chgData name="SHIN HYUN KIL" userId="d5bffe1d-586f-4b28-9005-eb11788ec385" providerId="ADAL" clId="{28E738DF-29E1-46A8-86AB-86F3687E81D9}" dt="2026-03-02T06:35:58.833" v="927" actId="700"/>
          <ac:spMkLst>
            <pc:docMk/>
            <pc:sldMk cId="302901504" sldId="260"/>
            <ac:spMk id="2" creationId="{868627CD-ADA2-0737-CEC2-C92C871690BB}"/>
          </ac:spMkLst>
        </pc:spChg>
        <pc:spChg chg="del">
          <ac:chgData name="SHIN HYUN KIL" userId="d5bffe1d-586f-4b28-9005-eb11788ec385" providerId="ADAL" clId="{28E738DF-29E1-46A8-86AB-86F3687E81D9}" dt="2026-03-02T06:35:58.833" v="927" actId="700"/>
          <ac:spMkLst>
            <pc:docMk/>
            <pc:sldMk cId="302901504" sldId="260"/>
            <ac:spMk id="3" creationId="{01F95E5C-3BBA-681D-7D74-A241FC6ABE1D}"/>
          </ac:spMkLst>
        </pc:spChg>
        <pc:spChg chg="add del mod ord">
          <ac:chgData name="SHIN HYUN KIL" userId="d5bffe1d-586f-4b28-9005-eb11788ec385" providerId="ADAL" clId="{28E738DF-29E1-46A8-86AB-86F3687E81D9}" dt="2026-03-02T06:36:06.527" v="928" actId="700"/>
          <ac:spMkLst>
            <pc:docMk/>
            <pc:sldMk cId="302901504" sldId="260"/>
            <ac:spMk id="4" creationId="{92469EC0-77C9-54F3-880E-96BDF7230864}"/>
          </ac:spMkLst>
        </pc:spChg>
        <pc:spChg chg="add mod ord">
          <ac:chgData name="SHIN HYUN KIL" userId="d5bffe1d-586f-4b28-9005-eb11788ec385" providerId="ADAL" clId="{28E738DF-29E1-46A8-86AB-86F3687E81D9}" dt="2026-03-02T07:27:32.780" v="2078" actId="20577"/>
          <ac:spMkLst>
            <pc:docMk/>
            <pc:sldMk cId="302901504" sldId="260"/>
            <ac:spMk id="5" creationId="{EEE4448C-9145-EF59-17C8-AD7181A4C923}"/>
          </ac:spMkLst>
        </pc:spChg>
        <pc:spChg chg="add mod">
          <ac:chgData name="SHIN HYUN KIL" userId="d5bffe1d-586f-4b28-9005-eb11788ec385" providerId="ADAL" clId="{28E738DF-29E1-46A8-86AB-86F3687E81D9}" dt="2026-03-02T06:36:11.645" v="930"/>
          <ac:spMkLst>
            <pc:docMk/>
            <pc:sldMk cId="302901504" sldId="260"/>
            <ac:spMk id="6" creationId="{77EFF2F5-F077-9640-A415-F583E24C3355}"/>
          </ac:spMkLst>
        </pc:spChg>
        <pc:spChg chg="add mod">
          <ac:chgData name="SHIN HYUN KIL" userId="d5bffe1d-586f-4b28-9005-eb11788ec385" providerId="ADAL" clId="{28E738DF-29E1-46A8-86AB-86F3687E81D9}" dt="2026-03-02T06:36:11.645" v="930"/>
          <ac:spMkLst>
            <pc:docMk/>
            <pc:sldMk cId="302901504" sldId="260"/>
            <ac:spMk id="8" creationId="{984DC943-4E73-E2E5-7621-1258D46EBED7}"/>
          </ac:spMkLst>
        </pc:spChg>
        <pc:cxnChg chg="add mod">
          <ac:chgData name="SHIN HYUN KIL" userId="d5bffe1d-586f-4b28-9005-eb11788ec385" providerId="ADAL" clId="{28E738DF-29E1-46A8-86AB-86F3687E81D9}" dt="2026-03-02T06:36:11.645" v="930"/>
          <ac:cxnSpMkLst>
            <pc:docMk/>
            <pc:sldMk cId="302901504" sldId="260"/>
            <ac:cxnSpMk id="7" creationId="{8928434C-750D-0CA5-C1ED-1A5D3661AF22}"/>
          </ac:cxnSpMkLst>
        </pc:cxnChg>
      </pc:sldChg>
      <pc:sldChg chg="addSp delSp modSp new mod modClrScheme chgLayout">
        <pc:chgData name="SHIN HYUN KIL" userId="d5bffe1d-586f-4b28-9005-eb11788ec385" providerId="ADAL" clId="{28E738DF-29E1-46A8-86AB-86F3687E81D9}" dt="2026-03-03T11:42:38.856" v="2422" actId="20577"/>
        <pc:sldMkLst>
          <pc:docMk/>
          <pc:sldMk cId="1128425611" sldId="261"/>
        </pc:sldMkLst>
        <pc:spChg chg="del mod ord">
          <ac:chgData name="SHIN HYUN KIL" userId="d5bffe1d-586f-4b28-9005-eb11788ec385" providerId="ADAL" clId="{28E738DF-29E1-46A8-86AB-86F3687E81D9}" dt="2026-03-02T06:38:34.426" v="1180" actId="700"/>
          <ac:spMkLst>
            <pc:docMk/>
            <pc:sldMk cId="1128425611" sldId="261"/>
            <ac:spMk id="2" creationId="{4463691A-7E55-C966-3C27-B6216C4E556F}"/>
          </ac:spMkLst>
        </pc:spChg>
        <pc:spChg chg="add mod ord">
          <ac:chgData name="SHIN HYUN KIL" userId="d5bffe1d-586f-4b28-9005-eb11788ec385" providerId="ADAL" clId="{28E738DF-29E1-46A8-86AB-86F3687E81D9}" dt="2026-03-02T06:38:40.166" v="1203" actId="20577"/>
          <ac:spMkLst>
            <pc:docMk/>
            <pc:sldMk cId="1128425611" sldId="261"/>
            <ac:spMk id="3" creationId="{EFE15A58-F23B-5B5D-F3E9-F962A80269CB}"/>
          </ac:spMkLst>
        </pc:spChg>
        <pc:spChg chg="add mod ord">
          <ac:chgData name="SHIN HYUN KIL" userId="d5bffe1d-586f-4b28-9005-eb11788ec385" providerId="ADAL" clId="{28E738DF-29E1-46A8-86AB-86F3687E81D9}" dt="2026-03-03T11:42:38.856" v="2422" actId="20577"/>
          <ac:spMkLst>
            <pc:docMk/>
            <pc:sldMk cId="1128425611" sldId="261"/>
            <ac:spMk id="4" creationId="{2A8B03A8-68E6-C604-705B-E32427C06058}"/>
          </ac:spMkLst>
        </pc:spChg>
      </pc:sldChg>
      <pc:sldChg chg="addSp delSp modSp new del mod">
        <pc:chgData name="SHIN HYUN KIL" userId="d5bffe1d-586f-4b28-9005-eb11788ec385" providerId="ADAL" clId="{28E738DF-29E1-46A8-86AB-86F3687E81D9}" dt="2026-03-03T11:17:45.445" v="2320" actId="47"/>
        <pc:sldMkLst>
          <pc:docMk/>
          <pc:sldMk cId="952292333" sldId="262"/>
        </pc:sldMkLst>
        <pc:spChg chg="del">
          <ac:chgData name="SHIN HYUN KIL" userId="d5bffe1d-586f-4b28-9005-eb11788ec385" providerId="ADAL" clId="{28E738DF-29E1-46A8-86AB-86F3687E81D9}" dt="2026-03-02T06:46:04.877" v="1726" actId="478"/>
          <ac:spMkLst>
            <pc:docMk/>
            <pc:sldMk cId="952292333" sldId="262"/>
            <ac:spMk id="2" creationId="{428C2026-5254-1A55-BDBB-136EECF7C5E1}"/>
          </ac:spMkLst>
        </pc:spChg>
        <pc:spChg chg="del">
          <ac:chgData name="SHIN HYUN KIL" userId="d5bffe1d-586f-4b28-9005-eb11788ec385" providerId="ADAL" clId="{28E738DF-29E1-46A8-86AB-86F3687E81D9}" dt="2026-03-02T06:46:04.877" v="1726" actId="478"/>
          <ac:spMkLst>
            <pc:docMk/>
            <pc:sldMk cId="952292333" sldId="262"/>
            <ac:spMk id="3" creationId="{807AFE20-3D72-173A-F4EF-C84491715628}"/>
          </ac:spMkLst>
        </pc:spChg>
        <pc:picChg chg="add del mod">
          <ac:chgData name="SHIN HYUN KIL" userId="d5bffe1d-586f-4b28-9005-eb11788ec385" providerId="ADAL" clId="{28E738DF-29E1-46A8-86AB-86F3687E81D9}" dt="2026-03-03T11:17:37.339" v="2319" actId="478"/>
          <ac:picMkLst>
            <pc:docMk/>
            <pc:sldMk cId="952292333" sldId="262"/>
            <ac:picMk id="5" creationId="{E4D81ED1-FE98-DA57-A129-B199CBA61389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2T07:12:23.622" v="2036" actId="14100"/>
        <pc:sldMkLst>
          <pc:docMk/>
          <pc:sldMk cId="1186675150" sldId="263"/>
        </pc:sldMkLst>
        <pc:spChg chg="del">
          <ac:chgData name="SHIN HYUN KIL" userId="d5bffe1d-586f-4b28-9005-eb11788ec385" providerId="ADAL" clId="{28E738DF-29E1-46A8-86AB-86F3687E81D9}" dt="2026-03-02T06:50:53.734" v="1731" actId="478"/>
          <ac:spMkLst>
            <pc:docMk/>
            <pc:sldMk cId="1186675150" sldId="263"/>
            <ac:spMk id="2" creationId="{5022A485-D6F1-3C19-7933-8B121356681D}"/>
          </ac:spMkLst>
        </pc:spChg>
        <pc:spChg chg="del">
          <ac:chgData name="SHIN HYUN KIL" userId="d5bffe1d-586f-4b28-9005-eb11788ec385" providerId="ADAL" clId="{28E738DF-29E1-46A8-86AB-86F3687E81D9}" dt="2026-03-02T06:50:53.734" v="1731" actId="478"/>
          <ac:spMkLst>
            <pc:docMk/>
            <pc:sldMk cId="1186675150" sldId="263"/>
            <ac:spMk id="3" creationId="{F2773BE4-B4FD-63DF-1806-23247EB9D165}"/>
          </ac:spMkLst>
        </pc:spChg>
        <pc:spChg chg="add mod">
          <ac:chgData name="SHIN HYUN KIL" userId="d5bffe1d-586f-4b28-9005-eb11788ec385" providerId="ADAL" clId="{28E738DF-29E1-46A8-86AB-86F3687E81D9}" dt="2026-03-02T07:11:26.046" v="2020" actId="1076"/>
          <ac:spMkLst>
            <pc:docMk/>
            <pc:sldMk cId="1186675150" sldId="263"/>
            <ac:spMk id="11" creationId="{2C092D93-5D72-BC0F-CD6D-291DD58F1145}"/>
          </ac:spMkLst>
        </pc:spChg>
        <pc:spChg chg="add mod">
          <ac:chgData name="SHIN HYUN KIL" userId="d5bffe1d-586f-4b28-9005-eb11788ec385" providerId="ADAL" clId="{28E738DF-29E1-46A8-86AB-86F3687E81D9}" dt="2026-03-02T07:11:39.347" v="2023" actId="208"/>
          <ac:spMkLst>
            <pc:docMk/>
            <pc:sldMk cId="1186675150" sldId="263"/>
            <ac:spMk id="12" creationId="{E289C0B6-00F6-F302-07D7-9782E678F168}"/>
          </ac:spMkLst>
        </pc:spChg>
        <pc:spChg chg="add mod">
          <ac:chgData name="SHIN HYUN KIL" userId="d5bffe1d-586f-4b28-9005-eb11788ec385" providerId="ADAL" clId="{28E738DF-29E1-46A8-86AB-86F3687E81D9}" dt="2026-03-02T07:11:51.828" v="2028" actId="14100"/>
          <ac:spMkLst>
            <pc:docMk/>
            <pc:sldMk cId="1186675150" sldId="263"/>
            <ac:spMk id="13" creationId="{266555B8-9966-C48C-6BFE-174B0769408B}"/>
          </ac:spMkLst>
        </pc:spChg>
        <pc:spChg chg="add mod">
          <ac:chgData name="SHIN HYUN KIL" userId="d5bffe1d-586f-4b28-9005-eb11788ec385" providerId="ADAL" clId="{28E738DF-29E1-46A8-86AB-86F3687E81D9}" dt="2026-03-02T07:12:10.849" v="2031" actId="14100"/>
          <ac:spMkLst>
            <pc:docMk/>
            <pc:sldMk cId="1186675150" sldId="263"/>
            <ac:spMk id="14" creationId="{ACA5B827-C3FA-EE0D-47B9-845F2D328825}"/>
          </ac:spMkLst>
        </pc:spChg>
        <pc:spChg chg="add mod">
          <ac:chgData name="SHIN HYUN KIL" userId="d5bffe1d-586f-4b28-9005-eb11788ec385" providerId="ADAL" clId="{28E738DF-29E1-46A8-86AB-86F3687E81D9}" dt="2026-03-02T07:12:23.622" v="2036" actId="14100"/>
          <ac:spMkLst>
            <pc:docMk/>
            <pc:sldMk cId="1186675150" sldId="263"/>
            <ac:spMk id="15" creationId="{B389A962-0B00-93C9-21A7-A605880746FA}"/>
          </ac:spMkLst>
        </pc:spChg>
        <pc:picChg chg="add del mod">
          <ac:chgData name="SHIN HYUN KIL" userId="d5bffe1d-586f-4b28-9005-eb11788ec385" providerId="ADAL" clId="{28E738DF-29E1-46A8-86AB-86F3687E81D9}" dt="2026-03-02T06:51:13.126" v="1735" actId="478"/>
          <ac:picMkLst>
            <pc:docMk/>
            <pc:sldMk cId="1186675150" sldId="263"/>
            <ac:picMk id="5" creationId="{2D12B0D2-8024-3FD3-4BF6-7BE5201DE4E7}"/>
          </ac:picMkLst>
        </pc:picChg>
        <pc:picChg chg="add del mod">
          <ac:chgData name="SHIN HYUN KIL" userId="d5bffe1d-586f-4b28-9005-eb11788ec385" providerId="ADAL" clId="{28E738DF-29E1-46A8-86AB-86F3687E81D9}" dt="2026-03-02T06:51:24.259" v="1739" actId="478"/>
          <ac:picMkLst>
            <pc:docMk/>
            <pc:sldMk cId="1186675150" sldId="263"/>
            <ac:picMk id="7" creationId="{CFD0A70E-B4CB-AC9D-123F-567CD948DAC5}"/>
          </ac:picMkLst>
        </pc:picChg>
        <pc:picChg chg="add mod">
          <ac:chgData name="SHIN HYUN KIL" userId="d5bffe1d-586f-4b28-9005-eb11788ec385" providerId="ADAL" clId="{28E738DF-29E1-46A8-86AB-86F3687E81D9}" dt="2026-03-02T07:12:14.427" v="2034" actId="1076"/>
          <ac:picMkLst>
            <pc:docMk/>
            <pc:sldMk cId="1186675150" sldId="263"/>
            <ac:picMk id="9" creationId="{0885AD41-1D3A-8F5F-1516-19B4EDBC59AA}"/>
          </ac:picMkLst>
        </pc:picChg>
      </pc:sldChg>
      <pc:sldChg chg="modSp add mod">
        <pc:chgData name="SHIN HYUN KIL" userId="d5bffe1d-586f-4b28-9005-eb11788ec385" providerId="ADAL" clId="{28E738DF-29E1-46A8-86AB-86F3687E81D9}" dt="2026-03-03T20:33:42.359" v="2911" actId="20577"/>
        <pc:sldMkLst>
          <pc:docMk/>
          <pc:sldMk cId="0" sldId="264"/>
        </pc:sldMkLst>
        <pc:spChg chg="mod">
          <ac:chgData name="SHIN HYUN KIL" userId="d5bffe1d-586f-4b28-9005-eb11788ec385" providerId="ADAL" clId="{28E738DF-29E1-46A8-86AB-86F3687E81D9}" dt="2026-03-03T20:33:42.359" v="2911" actId="20577"/>
          <ac:spMkLst>
            <pc:docMk/>
            <pc:sldMk cId="0" sldId="264"/>
            <ac:spMk id="62" creationId="{00000000-0000-0000-0000-000000000000}"/>
          </ac:spMkLst>
        </pc:spChg>
      </pc:sldChg>
      <pc:sldChg chg="delSp new del mod">
        <pc:chgData name="SHIN HYUN KIL" userId="d5bffe1d-586f-4b28-9005-eb11788ec385" providerId="ADAL" clId="{28E738DF-29E1-46A8-86AB-86F3687E81D9}" dt="2026-03-02T06:52:26.827" v="1745" actId="47"/>
        <pc:sldMkLst>
          <pc:docMk/>
          <pc:sldMk cId="3379333209" sldId="264"/>
        </pc:sldMkLst>
        <pc:spChg chg="del">
          <ac:chgData name="SHIN HYUN KIL" userId="d5bffe1d-586f-4b28-9005-eb11788ec385" providerId="ADAL" clId="{28E738DF-29E1-46A8-86AB-86F3687E81D9}" dt="2026-03-02T06:52:13.866" v="1744" actId="478"/>
          <ac:spMkLst>
            <pc:docMk/>
            <pc:sldMk cId="3379333209" sldId="264"/>
            <ac:spMk id="2" creationId="{5FF6AE96-2B15-682C-7175-A1E1BF47343D}"/>
          </ac:spMkLst>
        </pc:spChg>
        <pc:spChg chg="del">
          <ac:chgData name="SHIN HYUN KIL" userId="d5bffe1d-586f-4b28-9005-eb11788ec385" providerId="ADAL" clId="{28E738DF-29E1-46A8-86AB-86F3687E81D9}" dt="2026-03-02T06:52:13.866" v="1744" actId="478"/>
          <ac:spMkLst>
            <pc:docMk/>
            <pc:sldMk cId="3379333209" sldId="264"/>
            <ac:spMk id="3" creationId="{443532C4-582F-4924-9B5C-C502570F0F04}"/>
          </ac:spMkLst>
        </pc:spChg>
      </pc:sldChg>
      <pc:sldChg chg="add">
        <pc:chgData name="SHIN HYUN KIL" userId="d5bffe1d-586f-4b28-9005-eb11788ec385" providerId="ADAL" clId="{28E738DF-29E1-46A8-86AB-86F3687E81D9}" dt="2026-03-02T07:21:39.730" v="2038"/>
        <pc:sldMkLst>
          <pc:docMk/>
          <pc:sldMk cId="1471907381" sldId="273"/>
        </pc:sldMkLst>
      </pc:sldChg>
      <pc:sldChg chg="addSp delSp modSp new mod modClrScheme chgLayout">
        <pc:chgData name="SHIN HYUN KIL" userId="d5bffe1d-586f-4b28-9005-eb11788ec385" providerId="ADAL" clId="{28E738DF-29E1-46A8-86AB-86F3687E81D9}" dt="2026-03-03T11:23:56.942" v="2363" actId="20577"/>
        <pc:sldMkLst>
          <pc:docMk/>
          <pc:sldMk cId="1723213306" sldId="274"/>
        </pc:sldMkLst>
        <pc:spChg chg="del mod ord">
          <ac:chgData name="SHIN HYUN KIL" userId="d5bffe1d-586f-4b28-9005-eb11788ec385" providerId="ADAL" clId="{28E738DF-29E1-46A8-86AB-86F3687E81D9}" dt="2026-03-03T11:22:55.370" v="2321" actId="700"/>
          <ac:spMkLst>
            <pc:docMk/>
            <pc:sldMk cId="1723213306" sldId="274"/>
            <ac:spMk id="2" creationId="{100825F4-FDB0-7436-8B4E-5302B599FBD4}"/>
          </ac:spMkLst>
        </pc:spChg>
        <pc:spChg chg="del mod ord">
          <ac:chgData name="SHIN HYUN KIL" userId="d5bffe1d-586f-4b28-9005-eb11788ec385" providerId="ADAL" clId="{28E738DF-29E1-46A8-86AB-86F3687E81D9}" dt="2026-03-03T11:22:55.370" v="2321" actId="700"/>
          <ac:spMkLst>
            <pc:docMk/>
            <pc:sldMk cId="1723213306" sldId="274"/>
            <ac:spMk id="3" creationId="{29B226EA-1D3A-60EA-F968-B267F29F7C94}"/>
          </ac:spMkLst>
        </pc:spChg>
        <pc:spChg chg="add mod ord">
          <ac:chgData name="SHIN HYUN KIL" userId="d5bffe1d-586f-4b28-9005-eb11788ec385" providerId="ADAL" clId="{28E738DF-29E1-46A8-86AB-86F3687E81D9}" dt="2026-03-03T11:23:56.942" v="2363" actId="20577"/>
          <ac:spMkLst>
            <pc:docMk/>
            <pc:sldMk cId="1723213306" sldId="274"/>
            <ac:spMk id="4" creationId="{0CF0CBB8-A067-AD5C-2CE2-FC7DCAC414D8}"/>
          </ac:spMkLst>
        </pc:spChg>
        <pc:spChg chg="add mod ord">
          <ac:chgData name="SHIN HYUN KIL" userId="d5bffe1d-586f-4b28-9005-eb11788ec385" providerId="ADAL" clId="{28E738DF-29E1-46A8-86AB-86F3687E81D9}" dt="2026-03-03T11:23:52.300" v="2335"/>
          <ac:spMkLst>
            <pc:docMk/>
            <pc:sldMk cId="1723213306" sldId="274"/>
            <ac:spMk id="5" creationId="{76CA996C-A28E-2739-14FF-30EF70484CCD}"/>
          </ac:spMkLst>
        </pc:spChg>
      </pc:sldChg>
      <pc:sldChg chg="delSp modSp add mod">
        <pc:chgData name="SHIN HYUN KIL" userId="d5bffe1d-586f-4b28-9005-eb11788ec385" providerId="ADAL" clId="{28E738DF-29E1-46A8-86AB-86F3687E81D9}" dt="2026-03-03T11:16:45.140" v="2316" actId="20577"/>
        <pc:sldMkLst>
          <pc:docMk/>
          <pc:sldMk cId="1664971784" sldId="275"/>
        </pc:sldMkLst>
        <pc:spChg chg="mod">
          <ac:chgData name="SHIN HYUN KIL" userId="d5bffe1d-586f-4b28-9005-eb11788ec385" providerId="ADAL" clId="{28E738DF-29E1-46A8-86AB-86F3687E81D9}" dt="2026-03-03T11:16:45.140" v="2316" actId="20577"/>
          <ac:spMkLst>
            <pc:docMk/>
            <pc:sldMk cId="1664971784" sldId="275"/>
            <ac:spMk id="3" creationId="{83EE2031-28B7-CE6D-C777-DD1951280ACF}"/>
          </ac:spMkLst>
        </pc:spChg>
        <pc:spChg chg="del">
          <ac:chgData name="SHIN HYUN KIL" userId="d5bffe1d-586f-4b28-9005-eb11788ec385" providerId="ADAL" clId="{28E738DF-29E1-46A8-86AB-86F3687E81D9}" dt="2026-03-03T11:16:07.301" v="2163" actId="478"/>
          <ac:spMkLst>
            <pc:docMk/>
            <pc:sldMk cId="1664971784" sldId="275"/>
            <ac:spMk id="10" creationId="{F1674062-A3AA-F194-4243-836A580DEA23}"/>
          </ac:spMkLst>
        </pc:spChg>
      </pc:sldChg>
      <pc:sldChg chg="addSp delSp modSp new mod ord modClrScheme chgLayout">
        <pc:chgData name="SHIN HYUN KIL" userId="d5bffe1d-586f-4b28-9005-eb11788ec385" providerId="ADAL" clId="{28E738DF-29E1-46A8-86AB-86F3687E81D9}" dt="2026-03-03T11:44:04.827" v="2724" actId="5793"/>
        <pc:sldMkLst>
          <pc:docMk/>
          <pc:sldMk cId="737508583" sldId="276"/>
        </pc:sldMkLst>
        <pc:spChg chg="del mod ord">
          <ac:chgData name="SHIN HYUN KIL" userId="d5bffe1d-586f-4b28-9005-eb11788ec385" providerId="ADAL" clId="{28E738DF-29E1-46A8-86AB-86F3687E81D9}" dt="2026-03-03T11:42:47.124" v="2424" actId="700"/>
          <ac:spMkLst>
            <pc:docMk/>
            <pc:sldMk cId="737508583" sldId="276"/>
            <ac:spMk id="2" creationId="{54CE61A1-F85A-EE6B-325F-0F19A70CF1D3}"/>
          </ac:spMkLst>
        </pc:spChg>
        <pc:spChg chg="del mod ord">
          <ac:chgData name="SHIN HYUN KIL" userId="d5bffe1d-586f-4b28-9005-eb11788ec385" providerId="ADAL" clId="{28E738DF-29E1-46A8-86AB-86F3687E81D9}" dt="2026-03-03T11:42:47.124" v="2424" actId="700"/>
          <ac:spMkLst>
            <pc:docMk/>
            <pc:sldMk cId="737508583" sldId="276"/>
            <ac:spMk id="3" creationId="{C94A19B3-235F-1A0B-D52D-45A728F209C1}"/>
          </ac:spMkLst>
        </pc:spChg>
        <pc:spChg chg="add mod ord">
          <ac:chgData name="SHIN HYUN KIL" userId="d5bffe1d-586f-4b28-9005-eb11788ec385" providerId="ADAL" clId="{28E738DF-29E1-46A8-86AB-86F3687E81D9}" dt="2026-03-03T11:44:04.827" v="2724" actId="5793"/>
          <ac:spMkLst>
            <pc:docMk/>
            <pc:sldMk cId="737508583" sldId="276"/>
            <ac:spMk id="4" creationId="{3DE45F26-E1AD-0FEE-0E1D-B0B7E091CB88}"/>
          </ac:spMkLst>
        </pc:spChg>
        <pc:spChg chg="add mod ord">
          <ac:chgData name="SHIN HYUN KIL" userId="d5bffe1d-586f-4b28-9005-eb11788ec385" providerId="ADAL" clId="{28E738DF-29E1-46A8-86AB-86F3687E81D9}" dt="2026-03-03T11:43:39.420" v="2563" actId="20577"/>
          <ac:spMkLst>
            <pc:docMk/>
            <pc:sldMk cId="737508583" sldId="276"/>
            <ac:spMk id="5" creationId="{F41717C8-1EE4-2441-C177-B277F4C24E01}"/>
          </ac:spMkLst>
        </pc:spChg>
      </pc:sldChg>
      <pc:sldChg chg="addSp modSp new mod">
        <pc:chgData name="SHIN HYUN KIL" userId="d5bffe1d-586f-4b28-9005-eb11788ec385" providerId="ADAL" clId="{28E738DF-29E1-46A8-86AB-86F3687E81D9}" dt="2026-03-03T11:43:30.598" v="2515" actId="962"/>
        <pc:sldMkLst>
          <pc:docMk/>
          <pc:sldMk cId="2980288189" sldId="277"/>
        </pc:sldMkLst>
        <pc:picChg chg="add mod">
          <ac:chgData name="SHIN HYUN KIL" userId="d5bffe1d-586f-4b28-9005-eb11788ec385" providerId="ADAL" clId="{28E738DF-29E1-46A8-86AB-86F3687E81D9}" dt="2026-03-03T11:43:30.598" v="2515" actId="962"/>
          <ac:picMkLst>
            <pc:docMk/>
            <pc:sldMk cId="2980288189" sldId="277"/>
            <ac:picMk id="4" creationId="{FBBF6C34-69E8-E537-C2F8-8A1693468A86}"/>
          </ac:picMkLst>
        </pc:picChg>
      </pc:sldChg>
      <pc:sldChg chg="modSp add mod">
        <pc:chgData name="SHIN HYUN KIL" userId="d5bffe1d-586f-4b28-9005-eb11788ec385" providerId="ADAL" clId="{28E738DF-29E1-46A8-86AB-86F3687E81D9}" dt="2026-03-03T11:49:31.636" v="2887" actId="27636"/>
        <pc:sldMkLst>
          <pc:docMk/>
          <pc:sldMk cId="1649937198" sldId="278"/>
        </pc:sldMkLst>
        <pc:spChg chg="mod">
          <ac:chgData name="SHIN HYUN KIL" userId="d5bffe1d-586f-4b28-9005-eb11788ec385" providerId="ADAL" clId="{28E738DF-29E1-46A8-86AB-86F3687E81D9}" dt="2026-03-03T11:49:31.636" v="2887" actId="27636"/>
          <ac:spMkLst>
            <pc:docMk/>
            <pc:sldMk cId="1649937198" sldId="278"/>
            <ac:spMk id="5" creationId="{64A27A1E-A350-F37E-0BB6-27249B74CD82}"/>
          </ac:spMkLst>
        </pc:spChg>
      </pc:sldChg>
      <pc:sldChg chg="addSp delSp modSp new mod">
        <pc:chgData name="SHIN HYUN KIL" userId="d5bffe1d-586f-4b28-9005-eb11788ec385" providerId="ADAL" clId="{28E738DF-29E1-46A8-86AB-86F3687E81D9}" dt="2026-03-03T11:50:52.446" v="2892" actId="962"/>
        <pc:sldMkLst>
          <pc:docMk/>
          <pc:sldMk cId="3693837924" sldId="279"/>
        </pc:sldMkLst>
        <pc:spChg chg="del">
          <ac:chgData name="SHIN HYUN KIL" userId="d5bffe1d-586f-4b28-9005-eb11788ec385" providerId="ADAL" clId="{28E738DF-29E1-46A8-86AB-86F3687E81D9}" dt="2026-03-03T11:50:51.572" v="2889" actId="478"/>
          <ac:spMkLst>
            <pc:docMk/>
            <pc:sldMk cId="3693837924" sldId="279"/>
            <ac:spMk id="2" creationId="{8C6D1804-3768-B780-5937-54229542CA7E}"/>
          </ac:spMkLst>
        </pc:spChg>
        <pc:picChg chg="add mod">
          <ac:chgData name="SHIN HYUN KIL" userId="d5bffe1d-586f-4b28-9005-eb11788ec385" providerId="ADAL" clId="{28E738DF-29E1-46A8-86AB-86F3687E81D9}" dt="2026-03-03T11:50:52.446" v="2892" actId="962"/>
          <ac:picMkLst>
            <pc:docMk/>
            <pc:sldMk cId="3693837924" sldId="279"/>
            <ac:picMk id="4" creationId="{8D8E998D-1009-9497-3BD1-0F3C96B983EF}"/>
          </ac:picMkLst>
        </pc:picChg>
      </pc:sldChg>
      <pc:sldChg chg="addSp delSp modSp new mod modClrScheme chgLayout">
        <pc:chgData name="SHIN HYUN KIL" userId="d5bffe1d-586f-4b28-9005-eb11788ec385" providerId="ADAL" clId="{28E738DF-29E1-46A8-86AB-86F3687E81D9}" dt="2026-03-03T20:34:11.885" v="2986" actId="20577"/>
        <pc:sldMkLst>
          <pc:docMk/>
          <pc:sldMk cId="1439391773" sldId="280"/>
        </pc:sldMkLst>
        <pc:spChg chg="del mod ord">
          <ac:chgData name="SHIN HYUN KIL" userId="d5bffe1d-586f-4b28-9005-eb11788ec385" providerId="ADAL" clId="{28E738DF-29E1-46A8-86AB-86F3687E81D9}" dt="2026-03-03T20:33:59.481" v="2913" actId="700"/>
          <ac:spMkLst>
            <pc:docMk/>
            <pc:sldMk cId="1439391773" sldId="280"/>
            <ac:spMk id="2" creationId="{EA51B924-9F53-8A66-4E35-2298ABC3AA05}"/>
          </ac:spMkLst>
        </pc:spChg>
        <pc:spChg chg="add mod ord">
          <ac:chgData name="SHIN HYUN KIL" userId="d5bffe1d-586f-4b28-9005-eb11788ec385" providerId="ADAL" clId="{28E738DF-29E1-46A8-86AB-86F3687E81D9}" dt="2026-03-03T20:34:07.608" v="2963" actId="20577"/>
          <ac:spMkLst>
            <pc:docMk/>
            <pc:sldMk cId="1439391773" sldId="280"/>
            <ac:spMk id="3" creationId="{FEACF872-AD78-C138-1773-CB6D25B41B41}"/>
          </ac:spMkLst>
        </pc:spChg>
        <pc:spChg chg="add mod ord">
          <ac:chgData name="SHIN HYUN KIL" userId="d5bffe1d-586f-4b28-9005-eb11788ec385" providerId="ADAL" clId="{28E738DF-29E1-46A8-86AB-86F3687E81D9}" dt="2026-03-03T20:34:11.885" v="2986" actId="20577"/>
          <ac:spMkLst>
            <pc:docMk/>
            <pc:sldMk cId="1439391773" sldId="280"/>
            <ac:spMk id="4" creationId="{D4077058-C6BC-DE6A-D8F2-34686CB70B05}"/>
          </ac:spMkLst>
        </pc:spChg>
      </pc:sldChg>
      <pc:sldMasterChg chg="delSldLayout">
        <pc:chgData name="SHIN HYUN KIL" userId="d5bffe1d-586f-4b28-9005-eb11788ec385" providerId="ADAL" clId="{28E738DF-29E1-46A8-86AB-86F3687E81D9}" dt="2026-03-03T11:13:10.143" v="2080" actId="47"/>
        <pc:sldMasterMkLst>
          <pc:docMk/>
          <pc:sldMasterMk cId="0" sldId="2147483659"/>
        </pc:sldMasterMkLst>
        <pc:sldLayoutChg chg="del">
          <pc:chgData name="SHIN HYUN KIL" userId="d5bffe1d-586f-4b28-9005-eb11788ec385" providerId="ADAL" clId="{28E738DF-29E1-46A8-86AB-86F3687E81D9}" dt="2026-03-03T11:13:10.143" v="2080" actId="47"/>
          <pc:sldLayoutMkLst>
            <pc:docMk/>
            <pc:sldMasterMk cId="0" sldId="2147483659"/>
            <pc:sldLayoutMk cId="0" sldId="214748365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b7d4be3c7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b7d4be3c7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sc.re.kr/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LCEmiRjPEtQ?si=O8syc4Of6gXuShnb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LCEmiRjPEtQ?si=O8syc4Of6gXuShnb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452486" y="744575"/>
            <a:ext cx="5379822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알고리즘</a:t>
            </a:r>
            <a:br>
              <a:rPr lang="en-US" altLang="ko-KR" dirty="0"/>
            </a:br>
            <a:r>
              <a:rPr lang="en-US" altLang="ko-KR" dirty="0"/>
              <a:t>(Algorithm)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486726" y="2834125"/>
            <a:ext cx="5345573" cy="18117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AI </a:t>
            </a:r>
            <a:r>
              <a:rPr lang="ko-KR" altLang="en-US" dirty="0"/>
              <a:t>신약</a:t>
            </a:r>
            <a:endParaRPr lang="en-US" altLang="ko-K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신현길</a:t>
            </a:r>
            <a:endParaRPr dirty="0"/>
          </a:p>
        </p:txBody>
      </p:sp>
      <p:pic>
        <p:nvPicPr>
          <p:cNvPr id="3" name="그림 2" descr="스케치, 그림, 만화 영화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EC2291-477A-B3E6-1AF2-5ADD478C6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5248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실습 환경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 dirty="0"/>
              <a:t>Python</a:t>
            </a:r>
            <a:endParaRPr dirty="0"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 dirty="0"/>
              <a:t>anaconda (miniconda)</a:t>
            </a:r>
            <a:endParaRPr dirty="0"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 dirty="0"/>
              <a:t>jupyter notebook</a:t>
            </a:r>
            <a:endParaRPr dirty="0"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 dirty="0"/>
              <a:t>Terminal</a:t>
            </a:r>
            <a:endParaRPr dirty="0"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 dirty="0"/>
              <a:t>Anaconda prompt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7D02AB-FE2C-2EB9-DA83-4AD84EBF0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09" y="0"/>
            <a:ext cx="861738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907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0DDD9F9-E100-6CE0-8C6B-64C35011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초등학생 시절 배운 알고리즘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6A9855-345C-F25A-AA96-8D5DD21C0C73}"/>
              </a:ext>
            </a:extLst>
          </p:cNvPr>
          <p:cNvSpPr txBox="1"/>
          <p:nvPr/>
        </p:nvSpPr>
        <p:spPr>
          <a:xfrm>
            <a:off x="4195811" y="1848157"/>
            <a:ext cx="160813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5678</a:t>
            </a:r>
          </a:p>
          <a:p>
            <a:r>
              <a:rPr lang="en-US" altLang="ko-KR" sz="5000" dirty="0"/>
              <a:t>1234</a:t>
            </a:r>
            <a:endParaRPr lang="ko-KR" altLang="en-US" sz="500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B4EDB7E-3E8A-504F-0C43-46156F5CA1AA}"/>
              </a:ext>
            </a:extLst>
          </p:cNvPr>
          <p:cNvCxnSpPr/>
          <p:nvPr/>
        </p:nvCxnSpPr>
        <p:spPr>
          <a:xfrm>
            <a:off x="3580669" y="3479373"/>
            <a:ext cx="24716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곱하기 기호 7">
            <a:extLst>
              <a:ext uri="{FF2B5EF4-FFF2-40B4-BE49-F238E27FC236}">
                <a16:creationId xmlns:a16="http://schemas.microsoft.com/office/drawing/2014/main" id="{CC41B086-63F5-D4E5-1C01-93E5261720DA}"/>
              </a:ext>
            </a:extLst>
          </p:cNvPr>
          <p:cNvSpPr/>
          <p:nvPr/>
        </p:nvSpPr>
        <p:spPr>
          <a:xfrm>
            <a:off x="3342517" y="2576625"/>
            <a:ext cx="935418" cy="935418"/>
          </a:xfrm>
          <a:prstGeom prst="mathMultiply">
            <a:avLst>
              <a:gd name="adj1" fmla="val 36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994E03-4C4E-7060-5A25-01FA99EADFBE}"/>
              </a:ext>
            </a:extLst>
          </p:cNvPr>
          <p:cNvSpPr txBox="1"/>
          <p:nvPr/>
        </p:nvSpPr>
        <p:spPr>
          <a:xfrm>
            <a:off x="3903423" y="4197455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dirty="0"/>
              <a:t>계산 하는 방법</a:t>
            </a:r>
            <a:r>
              <a:rPr lang="en-US" altLang="ko-KR" sz="1800" dirty="0"/>
              <a:t>?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565673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C3DB7-1814-D5A8-4CDA-DA4498D32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정확한 곱셈 계산을 위해 필요한 물품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4EBCF1A-6952-6FC7-7924-52C6977084F8}"/>
              </a:ext>
            </a:extLst>
          </p:cNvPr>
          <p:cNvSpPr txBox="1">
            <a:spLocks/>
          </p:cNvSpPr>
          <p:nvPr/>
        </p:nvSpPr>
        <p:spPr>
          <a:xfrm>
            <a:off x="311700" y="499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/>
              <a:t>정답</a:t>
            </a:r>
            <a:r>
              <a:rPr lang="en-US" altLang="ko-KR" dirty="0"/>
              <a:t>: 7,006,652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1381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DE45F26-E1AD-0FEE-0E1D-B0B7E091CB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분자구조 </a:t>
            </a:r>
            <a:r>
              <a:rPr lang="en-US" altLang="ko-KR" dirty="0"/>
              <a:t>1</a:t>
            </a:r>
            <a:r>
              <a:rPr lang="ko-KR" altLang="en-US" dirty="0"/>
              <a:t>개에서 분자 지문을 계산하는데</a:t>
            </a:r>
            <a:r>
              <a:rPr lang="en-US" altLang="ko-KR" dirty="0"/>
              <a:t> 1</a:t>
            </a:r>
            <a:r>
              <a:rPr lang="ko-KR" altLang="en-US" dirty="0"/>
              <a:t>초가 걸린다면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F41717C8-1EE4-2441-C177-B277F4C24E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계산이 오래 </a:t>
            </a:r>
            <a:r>
              <a:rPr lang="ko-KR" altLang="en-US" dirty="0" err="1"/>
              <a:t>걸리는걸까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7508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7AC47-A17B-D8E2-7943-7E4CC2C17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 descr="텍스트, 전자제품, 스크린샷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BF6C34-69E8-E537-C2F8-8A1693468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09" y="0"/>
            <a:ext cx="861738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88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FE15A58-F23B-5B5D-F3E9-F962A8026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알고리즘이란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8B03A8-68E6-C604-705B-E32427C06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문제를 해결하는 방법</a:t>
            </a: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문제에 대한 답을 구하는 방법은 매우 다양</a:t>
            </a: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답변의 정확성과 </a:t>
            </a:r>
            <a:r>
              <a:rPr lang="ko-KR" altLang="en-US" b="1" dirty="0"/>
              <a:t>문제를 해결하는데 걸리는 시간</a:t>
            </a:r>
            <a:r>
              <a:rPr lang="ko-KR" altLang="en-US" dirty="0"/>
              <a:t>이 중요</a:t>
            </a: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아무리 정확한 답변도</a:t>
            </a:r>
            <a:r>
              <a:rPr lang="en-US" altLang="ko-KR" dirty="0"/>
              <a:t> </a:t>
            </a:r>
            <a:r>
              <a:rPr lang="ko-KR" altLang="en-US" dirty="0"/>
              <a:t>너무 오랜 시간이 걸리면 문제</a:t>
            </a:r>
            <a:endParaRPr lang="en-US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문제 해결 과정에서 사용할 수 있는 계산 자원</a:t>
            </a: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CPU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Memory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Disk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GPU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8425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번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85AD41-1D3A-8F5F-1516-19B4EDBC5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252" y="0"/>
            <a:ext cx="6757495" cy="5143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092D93-5D72-BC0F-CD6D-291DD58F1145}"/>
              </a:ext>
            </a:extLst>
          </p:cNvPr>
          <p:cNvSpPr txBox="1"/>
          <p:nvPr/>
        </p:nvSpPr>
        <p:spPr>
          <a:xfrm>
            <a:off x="2482850" y="93762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Ctrl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+ Alt + Del 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  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작업관리자</a:t>
            </a:r>
            <a:endParaRPr lang="en-US" altLang="ko-KR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작업관리자 창에 보이는 용어들을 확인해봅시다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289C0B6-00F6-F302-07D7-9782E678F168}"/>
              </a:ext>
            </a:extLst>
          </p:cNvPr>
          <p:cNvSpPr/>
          <p:nvPr/>
        </p:nvSpPr>
        <p:spPr>
          <a:xfrm>
            <a:off x="5734050" y="1054100"/>
            <a:ext cx="2101850" cy="317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66555B8-9966-C48C-6BFE-174B0769408B}"/>
              </a:ext>
            </a:extLst>
          </p:cNvPr>
          <p:cNvSpPr/>
          <p:nvPr/>
        </p:nvSpPr>
        <p:spPr>
          <a:xfrm>
            <a:off x="5632450" y="3473450"/>
            <a:ext cx="1422400" cy="1576287"/>
          </a:xfrm>
          <a:prstGeom prst="roundRect">
            <a:avLst>
              <a:gd name="adj" fmla="val 684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CA5B827-C3FA-EE0D-47B9-845F2D328825}"/>
              </a:ext>
            </a:extLst>
          </p:cNvPr>
          <p:cNvSpPr/>
          <p:nvPr/>
        </p:nvSpPr>
        <p:spPr>
          <a:xfrm>
            <a:off x="1663700" y="1536701"/>
            <a:ext cx="1784350" cy="1111250"/>
          </a:xfrm>
          <a:prstGeom prst="roundRect">
            <a:avLst>
              <a:gd name="adj" fmla="val 684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389A962-0B00-93C9-21A7-A605880746FA}"/>
              </a:ext>
            </a:extLst>
          </p:cNvPr>
          <p:cNvSpPr/>
          <p:nvPr/>
        </p:nvSpPr>
        <p:spPr>
          <a:xfrm>
            <a:off x="1663699" y="3938487"/>
            <a:ext cx="1847851" cy="557313"/>
          </a:xfrm>
          <a:prstGeom prst="roundRect">
            <a:avLst>
              <a:gd name="adj" fmla="val 684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675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D0407-049D-B9D4-4748-EE983E21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3EE2031-28B7-CE6D-C777-DD195128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여러 명이 함께 힘을 합해서 더 빠르게 계산하는 방법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22FD56-5CF6-DC59-4E89-BE8062D29B2C}"/>
              </a:ext>
            </a:extLst>
          </p:cNvPr>
          <p:cNvSpPr txBox="1"/>
          <p:nvPr/>
        </p:nvSpPr>
        <p:spPr>
          <a:xfrm>
            <a:off x="4195811" y="1848157"/>
            <a:ext cx="160813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5678</a:t>
            </a:r>
          </a:p>
          <a:p>
            <a:r>
              <a:rPr lang="en-US" altLang="ko-KR" sz="5000" dirty="0"/>
              <a:t>1234</a:t>
            </a:r>
            <a:endParaRPr lang="ko-KR" altLang="en-US" sz="500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58D52A6-119B-9274-809F-6DBF48EBF31D}"/>
              </a:ext>
            </a:extLst>
          </p:cNvPr>
          <p:cNvCxnSpPr/>
          <p:nvPr/>
        </p:nvCxnSpPr>
        <p:spPr>
          <a:xfrm>
            <a:off x="3580669" y="3479373"/>
            <a:ext cx="24716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곱하기 기호 7">
            <a:extLst>
              <a:ext uri="{FF2B5EF4-FFF2-40B4-BE49-F238E27FC236}">
                <a16:creationId xmlns:a16="http://schemas.microsoft.com/office/drawing/2014/main" id="{49C029C4-EDAD-49DB-F7FC-C508F2A51B41}"/>
              </a:ext>
            </a:extLst>
          </p:cNvPr>
          <p:cNvSpPr/>
          <p:nvPr/>
        </p:nvSpPr>
        <p:spPr>
          <a:xfrm>
            <a:off x="3342517" y="2576625"/>
            <a:ext cx="935418" cy="935418"/>
          </a:xfrm>
          <a:prstGeom prst="mathMultiply">
            <a:avLst>
              <a:gd name="adj1" fmla="val 36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971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CF0CBB8-A067-AD5C-2CE2-FC7DCAC414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KSC</a:t>
            </a:r>
            <a:r>
              <a:rPr lang="ko-KR" altLang="en-US" dirty="0"/>
              <a:t> </a:t>
            </a:r>
            <a:r>
              <a:rPr lang="en-US" altLang="ko-KR" dirty="0"/>
              <a:t>(Korea Supercomputing Center)</a:t>
            </a:r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76CA996C-A28E-2739-14FF-30EF70484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4"/>
            <a:ext cx="8520600" cy="2052599"/>
          </a:xfrm>
        </p:spPr>
        <p:txBody>
          <a:bodyPr>
            <a:normAutofit/>
          </a:bodyPr>
          <a:lstStyle/>
          <a:p>
            <a:r>
              <a:rPr lang="en-US" altLang="ko-KR" dirty="0">
                <a:hlinkClick r:id="rId2"/>
              </a:rPr>
              <a:t>https://www.ksc.re.kr/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가입은 학교 메일로</a:t>
            </a:r>
            <a:r>
              <a:rPr lang="en-US" altLang="ko-KR" dirty="0"/>
              <a:t>! (duksung.ac.kr)</a:t>
            </a:r>
          </a:p>
        </p:txBody>
      </p:sp>
    </p:spTree>
    <p:extLst>
      <p:ext uri="{BB962C8B-B14F-4D97-AF65-F5344CB8AC3E}">
        <p14:creationId xmlns:p14="http://schemas.microsoft.com/office/powerpoint/2010/main" val="1723213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84A16-E88B-0B36-8E2B-3E5F11CA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826E125-FC88-9AB5-7715-280D40821B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분자구조 </a:t>
            </a:r>
            <a:r>
              <a:rPr lang="en-US" altLang="ko-KR" dirty="0"/>
              <a:t>1</a:t>
            </a:r>
            <a:r>
              <a:rPr lang="ko-KR" altLang="en-US" dirty="0"/>
              <a:t>개에서 분자 지문을 계산하는데</a:t>
            </a:r>
            <a:r>
              <a:rPr lang="en-US" altLang="ko-KR" dirty="0"/>
              <a:t> 1</a:t>
            </a:r>
            <a:r>
              <a:rPr lang="ko-KR" altLang="en-US" dirty="0"/>
              <a:t>초가 걸린다면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64A27A1E-A350-F37E-0BB6-27249B74CD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2010348"/>
          </a:xfrm>
        </p:spPr>
        <p:txBody>
          <a:bodyPr>
            <a:normAutofit/>
          </a:bodyPr>
          <a:lstStyle/>
          <a:p>
            <a:r>
              <a:rPr lang="en-US" altLang="ko-KR" dirty="0"/>
              <a:t>KSC CPU </a:t>
            </a:r>
            <a:r>
              <a:rPr lang="ko-KR" altLang="en-US" dirty="0"/>
              <a:t>서버를 이용해서 </a:t>
            </a:r>
            <a:r>
              <a:rPr lang="en-US" altLang="ko-KR" dirty="0"/>
              <a:t>1</a:t>
            </a:r>
            <a:r>
              <a:rPr lang="ko-KR" altLang="en-US" dirty="0"/>
              <a:t>초에 </a:t>
            </a:r>
            <a:r>
              <a:rPr lang="en-US" altLang="ko-KR" dirty="0"/>
              <a:t>50</a:t>
            </a:r>
            <a:r>
              <a:rPr lang="ko-KR" altLang="en-US" dirty="0" err="1"/>
              <a:t>만개씩</a:t>
            </a:r>
            <a:r>
              <a:rPr lang="ko-KR" altLang="en-US" dirty="0"/>
              <a:t> 계산할 수 있다면</a:t>
            </a:r>
            <a:r>
              <a:rPr lang="en-US" altLang="ko-KR" dirty="0"/>
              <a:t>, 8</a:t>
            </a:r>
            <a:r>
              <a:rPr lang="ko-KR" altLang="en-US" dirty="0" err="1"/>
              <a:t>억개를</a:t>
            </a:r>
            <a:r>
              <a:rPr lang="ko-KR" altLang="en-US" dirty="0"/>
              <a:t> 계산하는데 걸리는 시간은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9937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8E998D-1009-9497-3BD1-0F3C96B98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09" y="0"/>
            <a:ext cx="861738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37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B04CC33-E550-7D71-6438-EE342F37B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52" y="0"/>
            <a:ext cx="6903696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C5D5EC-3859-8BBB-5426-E9AE00BC6330}"/>
              </a:ext>
            </a:extLst>
          </p:cNvPr>
          <p:cNvSpPr txBox="1"/>
          <p:nvPr/>
        </p:nvSpPr>
        <p:spPr>
          <a:xfrm>
            <a:off x="2840181" y="90055"/>
            <a:ext cx="2819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FF00"/>
                </a:solidFill>
              </a:rPr>
              <a:t>면접 질문으로도 나온 적 있는</a:t>
            </a:r>
            <a:r>
              <a:rPr lang="en-US" altLang="ko-KR" dirty="0">
                <a:solidFill>
                  <a:srgbClr val="FFFF00"/>
                </a:solidFill>
              </a:rPr>
              <a:t>…</a:t>
            </a:r>
            <a:endParaRPr lang="ko-KR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11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6A4B84A-BF6C-A4C8-BCD3-02A5F2220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45" y="0"/>
            <a:ext cx="2529292" cy="51435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D7CBBD9-A5CB-62D3-9B63-4193EBE6F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603" y="0"/>
            <a:ext cx="5506252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A3CF6E-B118-56F1-8EC5-FD6D8FD18EDA}"/>
              </a:ext>
            </a:extLst>
          </p:cNvPr>
          <p:cNvSpPr txBox="1"/>
          <p:nvPr/>
        </p:nvSpPr>
        <p:spPr>
          <a:xfrm>
            <a:off x="5527964" y="0"/>
            <a:ext cx="3623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다운로드 버튼 </a:t>
            </a:r>
            <a:r>
              <a:rPr lang="en-US" altLang="ko-KR" dirty="0">
                <a:solidFill>
                  <a:schemeClr val="tx1"/>
                </a:solidFill>
              </a:rPr>
              <a:t>X 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992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ED8B86E-08AB-0090-4F70-D3410FBD0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91440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98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97A3DC7-12D0-1425-BCF1-A89C94C83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2009</a:t>
            </a:r>
            <a:r>
              <a:rPr lang="ko-KR" altLang="en-US" dirty="0"/>
              <a:t>년도 알고리즘 수업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752132-82BC-5B84-B4C1-3C9878FCB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Data structure (</a:t>
            </a:r>
            <a:r>
              <a:rPr lang="ko-KR" altLang="en-US" dirty="0"/>
              <a:t>자료구조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Python</a:t>
            </a:r>
            <a:r>
              <a:rPr lang="ko-KR" altLang="en-US" dirty="0"/>
              <a:t> 기본 자료 구조</a:t>
            </a:r>
            <a:r>
              <a:rPr lang="en-US" altLang="ko-KR" dirty="0"/>
              <a:t>: list, dictionary, set, tuple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Tree, Stack, Queue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알고리즘의 효율성을 표현하는 방법</a:t>
            </a: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데이터 개수가 많을 수록 당연히 계산은 더 오래 걸림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데이터 개수에 비례해서 계산 시간이 얼마나 늘어나는지를 표시</a:t>
            </a: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Big O notation: O(n)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8</a:t>
            </a:r>
            <a:r>
              <a:rPr lang="ko-KR" altLang="en-US" dirty="0" err="1"/>
              <a:t>억개</a:t>
            </a:r>
            <a:r>
              <a:rPr lang="ko-KR" altLang="en-US" dirty="0"/>
              <a:t> 물질 중에서 원하는 구조를 추출하는 방법</a:t>
            </a:r>
            <a:endParaRPr lang="en-US" altLang="ko-KR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Sorting, Searching, Graph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310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BF04F85-9EE1-176F-5149-08770495E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481"/>
            <a:ext cx="9144000" cy="47570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D32A2B-F372-FDCD-FDC0-920F6DFC7CD4}"/>
              </a:ext>
            </a:extLst>
          </p:cNvPr>
          <p:cNvSpPr txBox="1"/>
          <p:nvPr/>
        </p:nvSpPr>
        <p:spPr>
          <a:xfrm>
            <a:off x="0" y="0"/>
            <a:ext cx="476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>
                <a:latin typeface="+mn-ea"/>
                <a:ea typeface="+mn-ea"/>
              </a:rPr>
              <a:t>Youtube</a:t>
            </a:r>
            <a:r>
              <a:rPr lang="en-US" altLang="ko-KR" sz="1100" dirty="0">
                <a:latin typeface="+mn-ea"/>
                <a:ea typeface="+mn-ea"/>
              </a:rPr>
              <a:t> (Y combinator) Andrej </a:t>
            </a:r>
            <a:r>
              <a:rPr lang="en-US" altLang="ko-KR" sz="1100" dirty="0" err="1">
                <a:latin typeface="+mn-ea"/>
                <a:ea typeface="+mn-ea"/>
              </a:rPr>
              <a:t>Karpathy</a:t>
            </a:r>
            <a:r>
              <a:rPr lang="en-US" altLang="ko-KR" sz="1100" dirty="0">
                <a:latin typeface="+mn-ea"/>
                <a:ea typeface="+mn-ea"/>
              </a:rPr>
              <a:t>: Software Is Changing (Again)</a:t>
            </a:r>
          </a:p>
          <a:p>
            <a:r>
              <a:rPr lang="en-US" altLang="ko-KR" sz="1100" dirty="0">
                <a:latin typeface="+mn-ea"/>
                <a:ea typeface="+mn-ea"/>
                <a:hlinkClick r:id="rId3"/>
              </a:rPr>
              <a:t>https://youtu.be/LCEmiRjPEtQ?si=O8syc4Of6gXuShnb</a:t>
            </a:r>
            <a:r>
              <a:rPr lang="en-US" altLang="ko-KR" sz="1100" dirty="0">
                <a:latin typeface="+mn-ea"/>
                <a:ea typeface="+mn-ea"/>
              </a:rPr>
              <a:t> </a:t>
            </a:r>
            <a:endParaRPr lang="ko-KR" altLang="en-US" sz="11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777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74A9CD9-C9D8-E7DB-3783-D56F9457B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709"/>
            <a:ext cx="9144000" cy="47121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AE18F8-FD9F-6E6A-9276-969A45D2E6CB}"/>
              </a:ext>
            </a:extLst>
          </p:cNvPr>
          <p:cNvSpPr txBox="1"/>
          <p:nvPr/>
        </p:nvSpPr>
        <p:spPr>
          <a:xfrm>
            <a:off x="0" y="0"/>
            <a:ext cx="476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>
                <a:latin typeface="+mn-ea"/>
                <a:ea typeface="+mn-ea"/>
              </a:rPr>
              <a:t>Youtube</a:t>
            </a:r>
            <a:r>
              <a:rPr lang="en-US" altLang="ko-KR" sz="1100" dirty="0">
                <a:latin typeface="+mn-ea"/>
                <a:ea typeface="+mn-ea"/>
              </a:rPr>
              <a:t> (Y combinator) Andrej </a:t>
            </a:r>
            <a:r>
              <a:rPr lang="en-US" altLang="ko-KR" sz="1100" dirty="0" err="1">
                <a:latin typeface="+mn-ea"/>
                <a:ea typeface="+mn-ea"/>
              </a:rPr>
              <a:t>Karpathy</a:t>
            </a:r>
            <a:r>
              <a:rPr lang="en-US" altLang="ko-KR" sz="1100" dirty="0">
                <a:latin typeface="+mn-ea"/>
                <a:ea typeface="+mn-ea"/>
              </a:rPr>
              <a:t>: Software Is Changing (Again)</a:t>
            </a:r>
          </a:p>
          <a:p>
            <a:r>
              <a:rPr lang="en-US" altLang="ko-KR" sz="1100" dirty="0">
                <a:latin typeface="+mn-ea"/>
                <a:ea typeface="+mn-ea"/>
                <a:hlinkClick r:id="rId3"/>
              </a:rPr>
              <a:t>https://youtu.be/LCEmiRjPEtQ?si=O8syc4Of6gXuShnb</a:t>
            </a:r>
            <a:r>
              <a:rPr lang="en-US" altLang="ko-KR" sz="1100" dirty="0">
                <a:latin typeface="+mn-ea"/>
                <a:ea typeface="+mn-ea"/>
              </a:rPr>
              <a:t> </a:t>
            </a:r>
            <a:endParaRPr lang="ko-KR" altLang="en-US" sz="11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835344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300</Words>
  <Application>Microsoft Office PowerPoint</Application>
  <PresentationFormat>화면 슬라이드 쇼(16:9)</PresentationFormat>
  <Paragraphs>56</Paragraphs>
  <Slides>19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Arial</vt:lpstr>
      <vt:lpstr>Wingdings</vt:lpstr>
      <vt:lpstr>Simple Light</vt:lpstr>
      <vt:lpstr>알고리즘 (Algorithm)</vt:lpstr>
      <vt:lpstr>실습 환경</vt:lpstr>
      <vt:lpstr>PowerPoint 프레젠테이션</vt:lpstr>
      <vt:lpstr>초등학생 시절 배운 알고리즘</vt:lpstr>
      <vt:lpstr>정확한 곱셈 계산을 위해 필요한 물품?</vt:lpstr>
      <vt:lpstr>분자구조 1개에서 분자 지문을 계산하는데 1초가 걸린다면…</vt:lpstr>
      <vt:lpstr>PowerPoint 프레젠테이션</vt:lpstr>
      <vt:lpstr>알고리즘이란?</vt:lpstr>
      <vt:lpstr>PowerPoint 프레젠테이션</vt:lpstr>
      <vt:lpstr>여러 명이 함께 힘을 합해서 더 빠르게 계산하는 방법?</vt:lpstr>
      <vt:lpstr>KSC (Korea Supercomputing Center)</vt:lpstr>
      <vt:lpstr>분자구조 1개에서 분자 지문을 계산하는데 1초가 걸린다면…</vt:lpstr>
      <vt:lpstr>PowerPoint 프레젠테이션</vt:lpstr>
      <vt:lpstr>PowerPoint 프레젠테이션</vt:lpstr>
      <vt:lpstr>PowerPoint 프레젠테이션</vt:lpstr>
      <vt:lpstr>PowerPoint 프레젠테이션</vt:lpstr>
      <vt:lpstr>2009년도 알고리즘 수업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SHIN HYUN KIL</cp:lastModifiedBy>
  <cp:revision>1</cp:revision>
  <dcterms:modified xsi:type="dcterms:W3CDTF">2026-03-04T02:13:37Z</dcterms:modified>
</cp:coreProperties>
</file>